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6" r:id="rId5"/>
    <p:sldId id="301" r:id="rId6"/>
    <p:sldId id="302" r:id="rId7"/>
    <p:sldId id="303" r:id="rId8"/>
    <p:sldId id="307" r:id="rId9"/>
    <p:sldId id="285" r:id="rId10"/>
    <p:sldId id="312" r:id="rId11"/>
    <p:sldId id="313" r:id="rId12"/>
    <p:sldId id="318" r:id="rId13"/>
    <p:sldId id="319" r:id="rId14"/>
    <p:sldId id="320" r:id="rId15"/>
    <p:sldId id="315" r:id="rId16"/>
    <p:sldId id="316" r:id="rId17"/>
    <p:sldId id="31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1896" userDrawn="1">
          <p15:clr>
            <a:srgbClr val="A4A3A4"/>
          </p15:clr>
        </p15:guide>
        <p15:guide id="6" orient="horz" pos="3504" userDrawn="1">
          <p15:clr>
            <a:srgbClr val="A4A3A4"/>
          </p15:clr>
        </p15:guide>
        <p15:guide id="7"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88A6"/>
    <a:srgbClr val="09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96D66F-D7F3-4797-8239-FE903196EDDA}" v="24" dt="2026-04-21T03:05:07.2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95" autoAdjust="0"/>
  </p:normalViewPr>
  <p:slideViewPr>
    <p:cSldViewPr snapToGrid="0">
      <p:cViewPr varScale="1">
        <p:scale>
          <a:sx n="103" d="100"/>
          <a:sy n="103" d="100"/>
        </p:scale>
        <p:origin x="912" y="114"/>
      </p:cViewPr>
      <p:guideLst>
        <p:guide orient="horz" pos="1896"/>
        <p:guide orient="horz" pos="3504"/>
        <p:guide pos="3840"/>
      </p:guideLst>
    </p:cSldViewPr>
  </p:slideViewPr>
  <p:outlineViewPr>
    <p:cViewPr>
      <p:scale>
        <a:sx n="33" d="100"/>
        <a:sy n="33" d="100"/>
      </p:scale>
      <p:origin x="0" y="-2239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alborno" userId="8fb2c02ae3bd3786" providerId="LiveId" clId="{6F43979D-0A81-4FE9-9091-214D5234EFBA}"/>
    <pc:docChg chg="custSel addSld delSld modSld sldOrd">
      <pc:chgData name="ibrahim alborno" userId="8fb2c02ae3bd3786" providerId="LiveId" clId="{6F43979D-0A81-4FE9-9091-214D5234EFBA}" dt="2026-04-21T03:05:07.212" v="68" actId="20577"/>
      <pc:docMkLst>
        <pc:docMk/>
      </pc:docMkLst>
      <pc:sldChg chg="delSp mod">
        <pc:chgData name="ibrahim alborno" userId="8fb2c02ae3bd3786" providerId="LiveId" clId="{6F43979D-0A81-4FE9-9091-214D5234EFBA}" dt="2026-04-21T02:48:16.877" v="63" actId="478"/>
        <pc:sldMkLst>
          <pc:docMk/>
          <pc:sldMk cId="698293998" sldId="285"/>
        </pc:sldMkLst>
        <pc:spChg chg="del">
          <ac:chgData name="ibrahim alborno" userId="8fb2c02ae3bd3786" providerId="LiveId" clId="{6F43979D-0A81-4FE9-9091-214D5234EFBA}" dt="2026-04-21T02:48:16.877" v="63" actId="478"/>
          <ac:spMkLst>
            <pc:docMk/>
            <pc:sldMk cId="698293998" sldId="285"/>
            <ac:spMk id="23" creationId="{B5D1873B-E191-492D-8A88-5BC543251AA4}"/>
          </ac:spMkLst>
        </pc:spChg>
      </pc:sldChg>
      <pc:sldChg chg="del">
        <pc:chgData name="ibrahim alborno" userId="8fb2c02ae3bd3786" providerId="LiveId" clId="{6F43979D-0A81-4FE9-9091-214D5234EFBA}" dt="2026-04-21T02:10:46.937" v="60" actId="47"/>
        <pc:sldMkLst>
          <pc:docMk/>
          <pc:sldMk cId="1839708034" sldId="310"/>
        </pc:sldMkLst>
      </pc:sldChg>
      <pc:sldChg chg="del">
        <pc:chgData name="ibrahim alborno" userId="8fb2c02ae3bd3786" providerId="LiveId" clId="{6F43979D-0A81-4FE9-9091-214D5234EFBA}" dt="2026-04-21T02:10:48.003" v="61" actId="47"/>
        <pc:sldMkLst>
          <pc:docMk/>
          <pc:sldMk cId="2756819046" sldId="311"/>
        </pc:sldMkLst>
      </pc:sldChg>
      <pc:sldChg chg="addSp modSp mod">
        <pc:chgData name="ibrahim alborno" userId="8fb2c02ae3bd3786" providerId="LiveId" clId="{6F43979D-0A81-4FE9-9091-214D5234EFBA}" dt="2026-04-21T01:57:54.882" v="3" actId="27614"/>
        <pc:sldMkLst>
          <pc:docMk/>
          <pc:sldMk cId="1418887211" sldId="313"/>
        </pc:sldMkLst>
        <pc:picChg chg="add mod">
          <ac:chgData name="ibrahim alborno" userId="8fb2c02ae3bd3786" providerId="LiveId" clId="{6F43979D-0A81-4FE9-9091-214D5234EFBA}" dt="2026-04-21T01:57:54.882" v="3" actId="27614"/>
          <ac:picMkLst>
            <pc:docMk/>
            <pc:sldMk cId="1418887211" sldId="313"/>
            <ac:picMk id="3" creationId="{1804EE81-3767-7897-1F49-00633C75D0A4}"/>
          </ac:picMkLst>
        </pc:picChg>
        <pc:picChg chg="mod">
          <ac:chgData name="ibrahim alborno" userId="8fb2c02ae3bd3786" providerId="LiveId" clId="{6F43979D-0A81-4FE9-9091-214D5234EFBA}" dt="2026-04-21T01:57:42.556" v="0" actId="1076"/>
          <ac:picMkLst>
            <pc:docMk/>
            <pc:sldMk cId="1418887211" sldId="313"/>
            <ac:picMk id="12" creationId="{1D43A492-FDAD-61F0-4F8C-EB99C1667984}"/>
          </ac:picMkLst>
        </pc:picChg>
      </pc:sldChg>
      <pc:sldChg chg="del">
        <pc:chgData name="ibrahim alborno" userId="8fb2c02ae3bd3786" providerId="LiveId" clId="{6F43979D-0A81-4FE9-9091-214D5234EFBA}" dt="2026-04-21T02:11:03.882" v="62" actId="47"/>
        <pc:sldMkLst>
          <pc:docMk/>
          <pc:sldMk cId="4105265704" sldId="314"/>
        </pc:sldMkLst>
      </pc:sldChg>
      <pc:sldChg chg="modSp">
        <pc:chgData name="ibrahim alborno" userId="8fb2c02ae3bd3786" providerId="LiveId" clId="{6F43979D-0A81-4FE9-9091-214D5234EFBA}" dt="2026-04-21T02:05:31.184" v="45"/>
        <pc:sldMkLst>
          <pc:docMk/>
          <pc:sldMk cId="1936034667" sldId="315"/>
        </pc:sldMkLst>
        <pc:spChg chg="mod">
          <ac:chgData name="ibrahim alborno" userId="8fb2c02ae3bd3786" providerId="LiveId" clId="{6F43979D-0A81-4FE9-9091-214D5234EFBA}" dt="2026-04-21T02:05:31.184" v="45"/>
          <ac:spMkLst>
            <pc:docMk/>
            <pc:sldMk cId="1936034667" sldId="315"/>
            <ac:spMk id="10" creationId="{B5FD1658-B057-A72E-812A-5A282B921AB5}"/>
          </ac:spMkLst>
        </pc:spChg>
      </pc:sldChg>
      <pc:sldChg chg="modSp">
        <pc:chgData name="ibrahim alborno" userId="8fb2c02ae3bd3786" providerId="LiveId" clId="{6F43979D-0A81-4FE9-9091-214D5234EFBA}" dt="2026-04-21T02:06:22.132" v="46"/>
        <pc:sldMkLst>
          <pc:docMk/>
          <pc:sldMk cId="4257939484" sldId="316"/>
        </pc:sldMkLst>
        <pc:spChg chg="mod">
          <ac:chgData name="ibrahim alborno" userId="8fb2c02ae3bd3786" providerId="LiveId" clId="{6F43979D-0A81-4FE9-9091-214D5234EFBA}" dt="2026-04-21T02:06:22.132" v="46"/>
          <ac:spMkLst>
            <pc:docMk/>
            <pc:sldMk cId="4257939484" sldId="316"/>
            <ac:spMk id="10" creationId="{6222317F-9E53-5AF8-00EE-8B52CC5C182F}"/>
          </ac:spMkLst>
        </pc:spChg>
      </pc:sldChg>
      <pc:sldChg chg="addSp delSp modSp mod">
        <pc:chgData name="ibrahim alborno" userId="8fb2c02ae3bd3786" providerId="LiveId" clId="{6F43979D-0A81-4FE9-9091-214D5234EFBA}" dt="2026-04-21T03:05:07.212" v="68" actId="20577"/>
        <pc:sldMkLst>
          <pc:docMk/>
          <pc:sldMk cId="1286151037" sldId="317"/>
        </pc:sldMkLst>
        <pc:spChg chg="add mod">
          <ac:chgData name="ibrahim alborno" userId="8fb2c02ae3bd3786" providerId="LiveId" clId="{6F43979D-0A81-4FE9-9091-214D5234EFBA}" dt="2026-04-21T03:05:07.212" v="68" actId="20577"/>
          <ac:spMkLst>
            <pc:docMk/>
            <pc:sldMk cId="1286151037" sldId="317"/>
            <ac:spMk id="2" creationId="{E69365D5-AD0D-4852-F686-F284FB985ECC}"/>
          </ac:spMkLst>
        </pc:spChg>
        <pc:spChg chg="mod">
          <ac:chgData name="ibrahim alborno" userId="8fb2c02ae3bd3786" providerId="LiveId" clId="{6F43979D-0A81-4FE9-9091-214D5234EFBA}" dt="2026-04-21T02:09:39.032" v="48"/>
          <ac:spMkLst>
            <pc:docMk/>
            <pc:sldMk cId="1286151037" sldId="317"/>
            <ac:spMk id="5" creationId="{6D425E4E-C15D-86CA-7CA6-F8CC57C81216}"/>
          </ac:spMkLst>
        </pc:spChg>
        <pc:spChg chg="del">
          <ac:chgData name="ibrahim alborno" userId="8fb2c02ae3bd3786" providerId="LiveId" clId="{6F43979D-0A81-4FE9-9091-214D5234EFBA}" dt="2026-04-21T02:08:59.794" v="47" actId="478"/>
          <ac:spMkLst>
            <pc:docMk/>
            <pc:sldMk cId="1286151037" sldId="317"/>
            <ac:spMk id="10" creationId="{0561D114-A10C-3150-1850-B6CCB378DE4F}"/>
          </ac:spMkLst>
        </pc:spChg>
        <pc:spChg chg="del">
          <ac:chgData name="ibrahim alborno" userId="8fb2c02ae3bd3786" providerId="LiveId" clId="{6F43979D-0A81-4FE9-9091-214D5234EFBA}" dt="2026-04-21T02:10:36.629" v="59" actId="478"/>
          <ac:spMkLst>
            <pc:docMk/>
            <pc:sldMk cId="1286151037" sldId="317"/>
            <ac:spMk id="23" creationId="{342BC654-A7C2-AB3B-D72F-3B9684FC0E92}"/>
          </ac:spMkLst>
        </pc:spChg>
      </pc:sldChg>
      <pc:sldChg chg="addSp delSp modSp add mod">
        <pc:chgData name="ibrahim alborno" userId="8fb2c02ae3bd3786" providerId="LiveId" clId="{6F43979D-0A81-4FE9-9091-214D5234EFBA}" dt="2026-04-21T01:58:22.288" v="8" actId="27614"/>
        <pc:sldMkLst>
          <pc:docMk/>
          <pc:sldMk cId="1852568234" sldId="318"/>
        </pc:sldMkLst>
        <pc:picChg chg="del">
          <ac:chgData name="ibrahim alborno" userId="8fb2c02ae3bd3786" providerId="LiveId" clId="{6F43979D-0A81-4FE9-9091-214D5234EFBA}" dt="2026-04-21T01:57:59.450" v="5" actId="478"/>
          <ac:picMkLst>
            <pc:docMk/>
            <pc:sldMk cId="1852568234" sldId="318"/>
            <ac:picMk id="3" creationId="{6F3103FC-2ADA-B72B-6CD2-30361F56EE58}"/>
          </ac:picMkLst>
        </pc:picChg>
        <pc:picChg chg="add mod">
          <ac:chgData name="ibrahim alborno" userId="8fb2c02ae3bd3786" providerId="LiveId" clId="{6F43979D-0A81-4FE9-9091-214D5234EFBA}" dt="2026-04-21T01:58:22.288" v="8" actId="27614"/>
          <ac:picMkLst>
            <pc:docMk/>
            <pc:sldMk cId="1852568234" sldId="318"/>
            <ac:picMk id="5" creationId="{2D063AF3-EB7D-C124-D409-E380E08856B7}"/>
          </ac:picMkLst>
        </pc:picChg>
      </pc:sldChg>
      <pc:sldChg chg="addSp delSp modSp add mod">
        <pc:chgData name="ibrahim alborno" userId="8fb2c02ae3bd3786" providerId="LiveId" clId="{6F43979D-0A81-4FE9-9091-214D5234EFBA}" dt="2026-04-21T01:58:58.021" v="13" actId="27614"/>
        <pc:sldMkLst>
          <pc:docMk/>
          <pc:sldMk cId="2616086497" sldId="319"/>
        </pc:sldMkLst>
        <pc:picChg chg="add mod">
          <ac:chgData name="ibrahim alborno" userId="8fb2c02ae3bd3786" providerId="LiveId" clId="{6F43979D-0A81-4FE9-9091-214D5234EFBA}" dt="2026-04-21T01:58:58.021" v="13" actId="27614"/>
          <ac:picMkLst>
            <pc:docMk/>
            <pc:sldMk cId="2616086497" sldId="319"/>
            <ac:picMk id="3" creationId="{163FF3F0-EE8D-6852-5849-69D7F22E891C}"/>
          </ac:picMkLst>
        </pc:picChg>
        <pc:picChg chg="del">
          <ac:chgData name="ibrahim alborno" userId="8fb2c02ae3bd3786" providerId="LiveId" clId="{6F43979D-0A81-4FE9-9091-214D5234EFBA}" dt="2026-04-21T01:58:37.305" v="10" actId="478"/>
          <ac:picMkLst>
            <pc:docMk/>
            <pc:sldMk cId="2616086497" sldId="319"/>
            <ac:picMk id="5" creationId="{A60D066D-9ED5-B4E3-2177-3DACC9F74EF2}"/>
          </ac:picMkLst>
        </pc:picChg>
      </pc:sldChg>
      <pc:sldChg chg="addSp delSp modSp add mod ord">
        <pc:chgData name="ibrahim alborno" userId="8fb2c02ae3bd3786" providerId="LiveId" clId="{6F43979D-0A81-4FE9-9091-214D5234EFBA}" dt="2026-04-21T02:04:01.722" v="44" actId="207"/>
        <pc:sldMkLst>
          <pc:docMk/>
          <pc:sldMk cId="959444474" sldId="320"/>
        </pc:sldMkLst>
        <pc:spChg chg="mod">
          <ac:chgData name="ibrahim alborno" userId="8fb2c02ae3bd3786" providerId="LiveId" clId="{6F43979D-0A81-4FE9-9091-214D5234EFBA}" dt="2026-04-21T02:01:22.093" v="17"/>
          <ac:spMkLst>
            <pc:docMk/>
            <pc:sldMk cId="959444474" sldId="320"/>
            <ac:spMk id="2" creationId="{B53BC6BA-2AD5-2B18-57EE-D3EBCD88C16B}"/>
          </ac:spMkLst>
        </pc:spChg>
        <pc:spChg chg="add mod">
          <ac:chgData name="ibrahim alborno" userId="8fb2c02ae3bd3786" providerId="LiveId" clId="{6F43979D-0A81-4FE9-9091-214D5234EFBA}" dt="2026-04-21T02:02:00.462" v="25" actId="1076"/>
          <ac:spMkLst>
            <pc:docMk/>
            <pc:sldMk cId="959444474" sldId="320"/>
            <ac:spMk id="3" creationId="{A9BD40E4-9200-759F-CFFB-C24CEC88C562}"/>
          </ac:spMkLst>
        </pc:spChg>
        <pc:spChg chg="mod">
          <ac:chgData name="ibrahim alborno" userId="8fb2c02ae3bd3786" providerId="LiveId" clId="{6F43979D-0A81-4FE9-9091-214D5234EFBA}" dt="2026-04-21T02:01:35.875" v="20" actId="207"/>
          <ac:spMkLst>
            <pc:docMk/>
            <pc:sldMk cId="959444474" sldId="320"/>
            <ac:spMk id="5" creationId="{30255A82-3985-E398-9E31-6B8E51135652}"/>
          </ac:spMkLst>
        </pc:spChg>
        <pc:spChg chg="add mod">
          <ac:chgData name="ibrahim alborno" userId="8fb2c02ae3bd3786" providerId="LiveId" clId="{6F43979D-0A81-4FE9-9091-214D5234EFBA}" dt="2026-04-21T02:02:37.872" v="32" actId="255"/>
          <ac:spMkLst>
            <pc:docMk/>
            <pc:sldMk cId="959444474" sldId="320"/>
            <ac:spMk id="6" creationId="{3977B863-33A4-DE18-23C2-77383133DABD}"/>
          </ac:spMkLst>
        </pc:spChg>
        <pc:spChg chg="mod">
          <ac:chgData name="ibrahim alborno" userId="8fb2c02ae3bd3786" providerId="LiveId" clId="{6F43979D-0A81-4FE9-9091-214D5234EFBA}" dt="2026-04-21T02:02:17.866" v="28" actId="207"/>
          <ac:spMkLst>
            <pc:docMk/>
            <pc:sldMk cId="959444474" sldId="320"/>
            <ac:spMk id="7" creationId="{4A423C65-6B3B-E554-E280-0BFB93EC317E}"/>
          </ac:spMkLst>
        </pc:spChg>
        <pc:spChg chg="add">
          <ac:chgData name="ibrahim alborno" userId="8fb2c02ae3bd3786" providerId="LiveId" clId="{6F43979D-0A81-4FE9-9091-214D5234EFBA}" dt="2026-04-21T02:03:05.674" v="35"/>
          <ac:spMkLst>
            <pc:docMk/>
            <pc:sldMk cId="959444474" sldId="320"/>
            <ac:spMk id="8" creationId="{717CC792-1AF5-9323-A519-FC8C464522DB}"/>
          </ac:spMkLst>
        </pc:spChg>
        <pc:spChg chg="mod">
          <ac:chgData name="ibrahim alborno" userId="8fb2c02ae3bd3786" providerId="LiveId" clId="{6F43979D-0A81-4FE9-9091-214D5234EFBA}" dt="2026-04-21T02:02:57.539" v="34" actId="207"/>
          <ac:spMkLst>
            <pc:docMk/>
            <pc:sldMk cId="959444474" sldId="320"/>
            <ac:spMk id="9" creationId="{47A10A29-3F46-DB2E-8B3C-F7073DC1323C}"/>
          </ac:spMkLst>
        </pc:spChg>
        <pc:spChg chg="add mod">
          <ac:chgData name="ibrahim alborno" userId="8fb2c02ae3bd3786" providerId="LiveId" clId="{6F43979D-0A81-4FE9-9091-214D5234EFBA}" dt="2026-04-21T02:03:24.578" v="39" actId="1076"/>
          <ac:spMkLst>
            <pc:docMk/>
            <pc:sldMk cId="959444474" sldId="320"/>
            <ac:spMk id="10" creationId="{EC906B5D-7484-3B39-B967-DD9A486B8A61}"/>
          </ac:spMkLst>
        </pc:spChg>
        <pc:spChg chg="add mod">
          <ac:chgData name="ibrahim alborno" userId="8fb2c02ae3bd3786" providerId="LiveId" clId="{6F43979D-0A81-4FE9-9091-214D5234EFBA}" dt="2026-04-21T02:04:01.722" v="44" actId="207"/>
          <ac:spMkLst>
            <pc:docMk/>
            <pc:sldMk cId="959444474" sldId="320"/>
            <ac:spMk id="12" creationId="{5C9EAA05-63E6-8526-75DD-6DA2C15CE5F0}"/>
          </ac:spMkLst>
        </pc:spChg>
        <pc:spChg chg="del mod">
          <ac:chgData name="ibrahim alborno" userId="8fb2c02ae3bd3786" providerId="LiveId" clId="{6F43979D-0A81-4FE9-9091-214D5234EFBA}" dt="2026-04-21T02:01:44.675" v="23"/>
          <ac:spMkLst>
            <pc:docMk/>
            <pc:sldMk cId="959444474" sldId="320"/>
            <ac:spMk id="16" creationId="{9AF0D750-330F-3073-0406-69775816C2C1}"/>
          </ac:spMkLst>
        </pc:spChg>
        <pc:spChg chg="del mod">
          <ac:chgData name="ibrahim alborno" userId="8fb2c02ae3bd3786" providerId="LiveId" clId="{6F43979D-0A81-4FE9-9091-214D5234EFBA}" dt="2026-04-21T02:02:30.170" v="31"/>
          <ac:spMkLst>
            <pc:docMk/>
            <pc:sldMk cId="959444474" sldId="320"/>
            <ac:spMk id="18" creationId="{CE27612F-2E9E-C511-2B3F-BB9D18C54D46}"/>
          </ac:spMkLst>
        </pc:spChg>
        <pc:spChg chg="del mod">
          <ac:chgData name="ibrahim alborno" userId="8fb2c02ae3bd3786" providerId="LiveId" clId="{6F43979D-0A81-4FE9-9091-214D5234EFBA}" dt="2026-04-21T02:03:12.325" v="37"/>
          <ac:spMkLst>
            <pc:docMk/>
            <pc:sldMk cId="959444474" sldId="320"/>
            <ac:spMk id="21" creationId="{FD0FF166-A8E2-599B-6CE9-DA74A46A25C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031A82-4A00-4794-A488-59AC186D7C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1C85656-A361-4B32-99B1-66591145F7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14AEED-FF0D-4512-BD5F-9F077F06D9A7}" type="datetimeFigureOut">
              <a:rPr lang="en-US" smtClean="0"/>
              <a:t>4/20/2026</a:t>
            </a:fld>
            <a:endParaRPr lang="en-US" dirty="0"/>
          </a:p>
        </p:txBody>
      </p:sp>
      <p:sp>
        <p:nvSpPr>
          <p:cNvPr id="4" name="Footer Placeholder 3">
            <a:extLst>
              <a:ext uri="{FF2B5EF4-FFF2-40B4-BE49-F238E27FC236}">
                <a16:creationId xmlns:a16="http://schemas.microsoft.com/office/drawing/2014/main" id="{C51AFD4F-E871-421C-96C6-CCFAA872CB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0FE0EF6-A335-4727-9E75-458707395E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7C8AB8-F519-4C44-A217-B2548CA6E52D}" type="slidenum">
              <a:rPr lang="en-US" smtClean="0"/>
              <a:t>‹#›</a:t>
            </a:fld>
            <a:endParaRPr lang="en-US" dirty="0"/>
          </a:p>
        </p:txBody>
      </p:sp>
    </p:spTree>
    <p:extLst>
      <p:ext uri="{BB962C8B-B14F-4D97-AF65-F5344CB8AC3E}">
        <p14:creationId xmlns:p14="http://schemas.microsoft.com/office/powerpoint/2010/main" val="2816409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F9B45-E22A-4A9C-91D5-81685A72A6FA}" type="datetimeFigureOut">
              <a:rPr lang="en-US" smtClean="0"/>
              <a:t>4/20/2026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03549-A82F-409E-AD53-534267A0E10B}" type="slidenum">
              <a:rPr lang="en-US" smtClean="0"/>
              <a:t>‹#›</a:t>
            </a:fld>
            <a:endParaRPr lang="en-US" dirty="0"/>
          </a:p>
        </p:txBody>
      </p:sp>
    </p:spTree>
    <p:extLst>
      <p:ext uri="{BB962C8B-B14F-4D97-AF65-F5344CB8AC3E}">
        <p14:creationId xmlns:p14="http://schemas.microsoft.com/office/powerpoint/2010/main" val="408664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5</a:t>
            </a:fld>
            <a:endParaRPr lang="en-US" dirty="0"/>
          </a:p>
        </p:txBody>
      </p:sp>
    </p:spTree>
    <p:extLst>
      <p:ext uri="{BB962C8B-B14F-4D97-AF65-F5344CB8AC3E}">
        <p14:creationId xmlns:p14="http://schemas.microsoft.com/office/powerpoint/2010/main" val="371708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16DB0-8406-6247-6E97-15E3C8CB5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148AF-8227-8632-D9D6-6A037E243C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D62F93-F475-78B3-BFC0-FF43DA7E89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E1E127-7303-6E49-4A94-6C36926FE3AF}"/>
              </a:ext>
            </a:extLst>
          </p:cNvPr>
          <p:cNvSpPr>
            <a:spLocks noGrp="1"/>
          </p:cNvSpPr>
          <p:nvPr>
            <p:ph type="sldNum" sz="quarter" idx="5"/>
          </p:nvPr>
        </p:nvSpPr>
        <p:spPr/>
        <p:txBody>
          <a:bodyPr/>
          <a:lstStyle/>
          <a:p>
            <a:fld id="{22303549-A82F-409E-AD53-534267A0E10B}" type="slidenum">
              <a:rPr lang="en-US" smtClean="0"/>
              <a:t>11</a:t>
            </a:fld>
            <a:endParaRPr lang="en-US" dirty="0"/>
          </a:p>
        </p:txBody>
      </p:sp>
    </p:spTree>
    <p:extLst>
      <p:ext uri="{BB962C8B-B14F-4D97-AF65-F5344CB8AC3E}">
        <p14:creationId xmlns:p14="http://schemas.microsoft.com/office/powerpoint/2010/main" val="1834103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8B373-3426-98C3-5D17-F47DBC564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4C277-2949-E2B2-4619-01F6D6672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1B585-CB6D-82BF-8B9C-66FC32BBAF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8B3193-07D9-133D-8A00-69101E8C69A6}"/>
              </a:ext>
            </a:extLst>
          </p:cNvPr>
          <p:cNvSpPr>
            <a:spLocks noGrp="1"/>
          </p:cNvSpPr>
          <p:nvPr>
            <p:ph type="sldNum" sz="quarter" idx="5"/>
          </p:nvPr>
        </p:nvSpPr>
        <p:spPr/>
        <p:txBody>
          <a:bodyPr/>
          <a:lstStyle/>
          <a:p>
            <a:fld id="{22303549-A82F-409E-AD53-534267A0E10B}" type="slidenum">
              <a:rPr lang="en-US" smtClean="0"/>
              <a:t>12</a:t>
            </a:fld>
            <a:endParaRPr lang="en-US" dirty="0"/>
          </a:p>
        </p:txBody>
      </p:sp>
    </p:spTree>
    <p:extLst>
      <p:ext uri="{BB962C8B-B14F-4D97-AF65-F5344CB8AC3E}">
        <p14:creationId xmlns:p14="http://schemas.microsoft.com/office/powerpoint/2010/main" val="1419035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CB9A9-D63F-D60C-22F7-52A189C0D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17434-FC1F-0AD0-3156-DCE256984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FB5738-B838-C1D4-11F6-7DDA1BE3AE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283EB0-274E-1521-7264-49DEBAB07A5C}"/>
              </a:ext>
            </a:extLst>
          </p:cNvPr>
          <p:cNvSpPr>
            <a:spLocks noGrp="1"/>
          </p:cNvSpPr>
          <p:nvPr>
            <p:ph type="sldNum" sz="quarter" idx="5"/>
          </p:nvPr>
        </p:nvSpPr>
        <p:spPr/>
        <p:txBody>
          <a:bodyPr/>
          <a:lstStyle/>
          <a:p>
            <a:fld id="{22303549-A82F-409E-AD53-534267A0E10B}" type="slidenum">
              <a:rPr lang="en-US" smtClean="0"/>
              <a:t>13</a:t>
            </a:fld>
            <a:endParaRPr lang="en-US" dirty="0"/>
          </a:p>
        </p:txBody>
      </p:sp>
    </p:spTree>
    <p:extLst>
      <p:ext uri="{BB962C8B-B14F-4D97-AF65-F5344CB8AC3E}">
        <p14:creationId xmlns:p14="http://schemas.microsoft.com/office/powerpoint/2010/main" val="351773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5F307-737C-0575-CE61-D9A06FC35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C6B78-C40A-703A-8797-9730A67CA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E0557-FF12-5870-52B9-72CA2023AD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E997A4-FBB2-78EB-48C9-9EEB8271F4E4}"/>
              </a:ext>
            </a:extLst>
          </p:cNvPr>
          <p:cNvSpPr>
            <a:spLocks noGrp="1"/>
          </p:cNvSpPr>
          <p:nvPr>
            <p:ph type="sldNum" sz="quarter" idx="5"/>
          </p:nvPr>
        </p:nvSpPr>
        <p:spPr/>
        <p:txBody>
          <a:bodyPr/>
          <a:lstStyle/>
          <a:p>
            <a:fld id="{22303549-A82F-409E-AD53-534267A0E10B}" type="slidenum">
              <a:rPr lang="en-US" smtClean="0"/>
              <a:t>14</a:t>
            </a:fld>
            <a:endParaRPr lang="en-US" dirty="0"/>
          </a:p>
        </p:txBody>
      </p:sp>
    </p:spTree>
    <p:extLst>
      <p:ext uri="{BB962C8B-B14F-4D97-AF65-F5344CB8AC3E}">
        <p14:creationId xmlns:p14="http://schemas.microsoft.com/office/powerpoint/2010/main" val="4219052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379641C-8260-44A4-9F71-E216C07A38B4}"/>
              </a:ext>
            </a:extLst>
          </p:cNvPr>
          <p:cNvSpPr>
            <a:spLocks noGrp="1"/>
          </p:cNvSpPr>
          <p:nvPr>
            <p:ph type="pic" sz="quarter" idx="14"/>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416742 h 6858000"/>
              <a:gd name="connsiteX5" fmla="*/ 9142476 w 12188952"/>
              <a:gd name="connsiteY5" fmla="*/ 4416742 h 6858000"/>
              <a:gd name="connsiteX6" fmla="*/ 9142476 w 12188952"/>
              <a:gd name="connsiteY6" fmla="*/ 4188142 h 6858000"/>
              <a:gd name="connsiteX7" fmla="*/ 0 w 12188952"/>
              <a:gd name="connsiteY7" fmla="*/ 41881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416742"/>
                </a:lnTo>
                <a:lnTo>
                  <a:pt x="9142476" y="4416742"/>
                </a:lnTo>
                <a:lnTo>
                  <a:pt x="9142476" y="4188142"/>
                </a:lnTo>
                <a:lnTo>
                  <a:pt x="0" y="4188142"/>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38200" y="4636008"/>
            <a:ext cx="9144000" cy="1107959"/>
          </a:xfrm>
        </p:spPr>
        <p:txBody>
          <a:bodyPr anchor="b" anchorCtr="0"/>
          <a:lstStyle>
            <a:lvl1pPr algn="l">
              <a:defRPr sz="6000">
                <a:solidFill>
                  <a:schemeClr val="bg1"/>
                </a:solidFill>
              </a:defRPr>
            </a:lvl1pPr>
          </a:lstStyle>
          <a:p>
            <a:r>
              <a:rPr lang="en-US" dirty="0"/>
              <a:t>CLICK TO EDIT TITLE</a:t>
            </a:r>
          </a:p>
        </p:txBody>
      </p:sp>
      <p:sp>
        <p:nvSpPr>
          <p:cNvPr id="12" name="Text Placeholder 11">
            <a:extLst>
              <a:ext uri="{FF2B5EF4-FFF2-40B4-BE49-F238E27FC236}">
                <a16:creationId xmlns:a16="http://schemas.microsoft.com/office/drawing/2014/main" id="{779D466B-640E-419A-8701-FA39B12DD959}"/>
              </a:ext>
            </a:extLst>
          </p:cNvPr>
          <p:cNvSpPr>
            <a:spLocks noGrp="1"/>
          </p:cNvSpPr>
          <p:nvPr>
            <p:ph type="body" sz="quarter" idx="13" hasCustomPrompt="1"/>
          </p:nvPr>
        </p:nvSpPr>
        <p:spPr>
          <a:xfrm>
            <a:off x="841248" y="5742432"/>
            <a:ext cx="7953375" cy="457200"/>
          </a:xfrm>
        </p:spPr>
        <p:txBody>
          <a:bodyPr>
            <a:noAutofit/>
          </a:bodyPr>
          <a:lstStyle>
            <a:lvl1pPr marL="0" indent="0">
              <a:buNone/>
              <a:defRPr sz="1800">
                <a:solidFill>
                  <a:schemeClr val="bg1"/>
                </a:solidFill>
                <a:latin typeface="+mn-lt"/>
              </a:defRPr>
            </a:lvl1pPr>
            <a:lvl2pPr marL="457200" indent="0">
              <a:buNone/>
              <a:defRPr sz="2400">
                <a:solidFill>
                  <a:schemeClr val="bg1"/>
                </a:solidFill>
                <a:latin typeface="+mn-lt"/>
              </a:defRPr>
            </a:lvl2pPr>
            <a:lvl3pPr marL="914400" indent="0">
              <a:buNone/>
              <a:defRPr sz="2400">
                <a:solidFill>
                  <a:schemeClr val="bg1"/>
                </a:solidFill>
                <a:latin typeface="+mn-lt"/>
              </a:defRPr>
            </a:lvl3pPr>
            <a:lvl4pPr marL="1371600" indent="0">
              <a:buNone/>
              <a:defRPr sz="2400">
                <a:solidFill>
                  <a:schemeClr val="bg1"/>
                </a:solidFill>
                <a:latin typeface="+mn-lt"/>
              </a:defRPr>
            </a:lvl4pPr>
            <a:lvl5pPr marL="1828800" indent="0">
              <a:buNone/>
              <a:defRPr sz="2400">
                <a:solidFill>
                  <a:schemeClr val="bg1"/>
                </a:solidFill>
                <a:latin typeface="+mn-lt"/>
              </a:defRPr>
            </a:lvl5pPr>
          </a:lstStyle>
          <a:p>
            <a:pPr lvl="0"/>
            <a:r>
              <a:rPr lang="en-US" dirty="0"/>
              <a:t>Click to edit text</a:t>
            </a:r>
          </a:p>
        </p:txBody>
      </p:sp>
      <p:sp>
        <p:nvSpPr>
          <p:cNvPr id="17" name="Rectangle 16">
            <a:extLst>
              <a:ext uri="{FF2B5EF4-FFF2-40B4-BE49-F238E27FC236}">
                <a16:creationId xmlns:a16="http://schemas.microsoft.com/office/drawing/2014/main" id="{80659D50-D55F-4F3D-8F15-5B1F1F2B4B96}"/>
              </a:ext>
              <a:ext uri="{C183D7F6-B498-43B3-948B-1728B52AA6E4}">
                <adec:decorative xmlns:adec="http://schemas.microsoft.com/office/drawing/2017/decorative" val="1"/>
              </a:ext>
            </a:extLst>
          </p:cNvPr>
          <p:cNvSpPr/>
          <p:nvPr userDrawn="1"/>
        </p:nvSpPr>
        <p:spPr>
          <a:xfrm>
            <a:off x="0" y="4188142"/>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D8038A-5827-4846-97D5-0DEF7A92C9C5}"/>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38199" y="2578608"/>
            <a:ext cx="4297680" cy="914400"/>
          </a:xfrm>
        </p:spPr>
        <p:txBody>
          <a:bodyPr anchor="b" anchorCtr="0"/>
          <a:lstStyle/>
          <a:p>
            <a:r>
              <a:rPr lang="en-US" dirty="0"/>
              <a:t>CLICK TO EDIT TITLE </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38199" y="3721608"/>
            <a:ext cx="4297680" cy="2286000"/>
          </a:xfrm>
        </p:spPr>
        <p:txBody>
          <a:bodyPr>
            <a:normAutofit/>
          </a:bodyPr>
          <a:lstStyle>
            <a:lvl1pPr marL="0" indent="0">
              <a:lnSpc>
                <a:spcPts val="2400"/>
              </a:lnSpc>
              <a:buNone/>
              <a:defRPr sz="1400"/>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E3A951D3-FDD2-4A48-9F77-7EB69F3AAC62}"/>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0D24C9D2-B921-4FAF-8173-CF9B37D4F8FA}"/>
              </a:ext>
            </a:extLst>
          </p:cNvPr>
          <p:cNvSpPr>
            <a:spLocks noGrp="1"/>
          </p:cNvSpPr>
          <p:nvPr>
            <p:ph type="body" sz="quarter" idx="14" hasCustomPrompt="1"/>
          </p:nvPr>
        </p:nvSpPr>
        <p:spPr>
          <a:xfrm>
            <a:off x="10713720" y="-68580"/>
            <a:ext cx="1737360" cy="6858000"/>
          </a:xfrm>
        </p:spPr>
        <p:txBody>
          <a:bodyPr vert="vert270" anchor="t">
            <a:noAutofit/>
          </a:bodyPr>
          <a:lstStyle>
            <a:lvl1pPr marL="0" indent="0">
              <a:spcBef>
                <a:spcPts val="0"/>
              </a:spcBef>
              <a:buNone/>
              <a:defRPr sz="135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About</a:t>
            </a:r>
          </a:p>
        </p:txBody>
      </p:sp>
    </p:spTree>
    <p:extLst>
      <p:ext uri="{BB962C8B-B14F-4D97-AF65-F5344CB8AC3E}">
        <p14:creationId xmlns:p14="http://schemas.microsoft.com/office/powerpoint/2010/main" val="364485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6A9CEDC6-C07A-4AA6-A03A-799447ACA932}"/>
              </a:ext>
            </a:extLst>
          </p:cNvPr>
          <p:cNvSpPr>
            <a:spLocks noGrp="1"/>
          </p:cNvSpPr>
          <p:nvPr>
            <p:ph type="pic" sz="quarter" idx="13"/>
          </p:nvPr>
        </p:nvSpPr>
        <p:spPr>
          <a:xfrm>
            <a:off x="1524" y="0"/>
            <a:ext cx="12188952" cy="6858000"/>
          </a:xfrm>
          <a:custGeom>
            <a:avLst/>
            <a:gdLst>
              <a:gd name="connsiteX0" fmla="*/ 10025044 w 12188952"/>
              <a:gd name="connsiteY0" fmla="*/ 1464945 h 6858000"/>
              <a:gd name="connsiteX1" fmla="*/ 10025044 w 12188952"/>
              <a:gd name="connsiteY1" fmla="*/ 6219825 h 6858000"/>
              <a:gd name="connsiteX2" fmla="*/ 10253644 w 12188952"/>
              <a:gd name="connsiteY2" fmla="*/ 6219825 h 6858000"/>
              <a:gd name="connsiteX3" fmla="*/ 10253644 w 12188952"/>
              <a:gd name="connsiteY3" fmla="*/ 14649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025044" y="1464945"/>
                </a:moveTo>
                <a:lnTo>
                  <a:pt x="10025044" y="6219825"/>
                </a:lnTo>
                <a:lnTo>
                  <a:pt x="10253644" y="6219825"/>
                </a:lnTo>
                <a:lnTo>
                  <a:pt x="10253644" y="14649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7" name="Text Placeholder 6">
            <a:extLst>
              <a:ext uri="{FF2B5EF4-FFF2-40B4-BE49-F238E27FC236}">
                <a16:creationId xmlns:a16="http://schemas.microsoft.com/office/drawing/2014/main" id="{27109C03-4D2D-4A2D-AC74-49353ED38B56}"/>
              </a:ext>
            </a:extLst>
          </p:cNvPr>
          <p:cNvSpPr>
            <a:spLocks noGrp="1"/>
          </p:cNvSpPr>
          <p:nvPr>
            <p:ph type="body" sz="quarter" idx="25"/>
          </p:nvPr>
        </p:nvSpPr>
        <p:spPr>
          <a:xfrm>
            <a:off x="0" y="1465263"/>
            <a:ext cx="10026650" cy="4754562"/>
          </a:xfrm>
          <a:solidFill>
            <a:schemeClr val="bg1">
              <a:alpha val="93000"/>
            </a:schemeClr>
          </a:solidFill>
        </p:spPr>
        <p:txBody>
          <a:bodyPr lIns="1005840" tIns="502920">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365125"/>
            <a:ext cx="8562475" cy="1325563"/>
          </a:xfrm>
        </p:spPr>
        <p:txBody>
          <a:bodyPr/>
          <a:lstStyle>
            <a:lvl1pPr>
              <a:defRPr>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23" name="Text Placeholder 12">
            <a:extLst>
              <a:ext uri="{FF2B5EF4-FFF2-40B4-BE49-F238E27FC236}">
                <a16:creationId xmlns:a16="http://schemas.microsoft.com/office/drawing/2014/main" id="{9EDE4DA5-D561-434E-9452-95025C316A45}"/>
              </a:ext>
            </a:extLst>
          </p:cNvPr>
          <p:cNvSpPr>
            <a:spLocks noGrp="1"/>
          </p:cNvSpPr>
          <p:nvPr>
            <p:ph type="body" sz="quarter" idx="24" hasCustomPrompt="1"/>
          </p:nvPr>
        </p:nvSpPr>
        <p:spPr>
          <a:xfrm>
            <a:off x="10734040" y="-68580"/>
            <a:ext cx="1737360" cy="6858000"/>
          </a:xfrm>
        </p:spPr>
        <p:txBody>
          <a:bodyPr vert="vert270" anchor="t">
            <a:noAutofit/>
          </a:bodyPr>
          <a:lstStyle>
            <a:lvl1pPr marL="0" indent="0">
              <a:spcBef>
                <a:spcPts val="0"/>
              </a:spcBef>
              <a:buNone/>
              <a:defRPr sz="13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Problem</a:t>
            </a:r>
          </a:p>
        </p:txBody>
      </p:sp>
      <p:sp>
        <p:nvSpPr>
          <p:cNvPr id="27" name="Rectangle 26">
            <a:extLst>
              <a:ext uri="{FF2B5EF4-FFF2-40B4-BE49-F238E27FC236}">
                <a16:creationId xmlns:a16="http://schemas.microsoft.com/office/drawing/2014/main" id="{3A8936FC-DF00-4C6C-A5FA-13B0BFCC3E58}"/>
              </a:ext>
            </a:extLst>
          </p:cNvPr>
          <p:cNvSpPr/>
          <p:nvPr userDrawn="1"/>
        </p:nvSpPr>
        <p:spPr>
          <a:xfrm>
            <a:off x="10026568" y="1464945"/>
            <a:ext cx="228600" cy="47548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914274"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914525"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914399"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7" name="Text Placeholder 10">
            <a:extLst>
              <a:ext uri="{FF2B5EF4-FFF2-40B4-BE49-F238E27FC236}">
                <a16:creationId xmlns:a16="http://schemas.microsoft.com/office/drawing/2014/main" id="{BDD18F8A-C2BE-429D-BB7C-9390EEEE5261}"/>
              </a:ext>
            </a:extLst>
          </p:cNvPr>
          <p:cNvSpPr>
            <a:spLocks noGrp="1"/>
          </p:cNvSpPr>
          <p:nvPr>
            <p:ph type="body" sz="quarter" idx="18" hasCustomPrompt="1"/>
          </p:nvPr>
        </p:nvSpPr>
        <p:spPr>
          <a:xfrm>
            <a:off x="5590801" y="1916113"/>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8" name="Text Placeholder 13">
            <a:extLst>
              <a:ext uri="{FF2B5EF4-FFF2-40B4-BE49-F238E27FC236}">
                <a16:creationId xmlns:a16="http://schemas.microsoft.com/office/drawing/2014/main" id="{AFDC9EA4-0AAA-467C-9B89-6966F6E4BB03}"/>
              </a:ext>
            </a:extLst>
          </p:cNvPr>
          <p:cNvSpPr>
            <a:spLocks noGrp="1"/>
          </p:cNvSpPr>
          <p:nvPr>
            <p:ph type="body" sz="quarter" idx="19" hasCustomPrompt="1"/>
          </p:nvPr>
        </p:nvSpPr>
        <p:spPr>
          <a:xfrm>
            <a:off x="5590675"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9" name="Text Placeholder 10">
            <a:extLst>
              <a:ext uri="{FF2B5EF4-FFF2-40B4-BE49-F238E27FC236}">
                <a16:creationId xmlns:a16="http://schemas.microsoft.com/office/drawing/2014/main" id="{31ECD896-8F8E-404E-BBAD-FBFCBBE3DFEF}"/>
              </a:ext>
            </a:extLst>
          </p:cNvPr>
          <p:cNvSpPr>
            <a:spLocks noGrp="1"/>
          </p:cNvSpPr>
          <p:nvPr>
            <p:ph type="body" sz="quarter" idx="20" hasCustomPrompt="1"/>
          </p:nvPr>
        </p:nvSpPr>
        <p:spPr>
          <a:xfrm>
            <a:off x="5590801"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0" name="Text Placeholder 13">
            <a:extLst>
              <a:ext uri="{FF2B5EF4-FFF2-40B4-BE49-F238E27FC236}">
                <a16:creationId xmlns:a16="http://schemas.microsoft.com/office/drawing/2014/main" id="{6BEE435C-8719-41E1-838A-87FB6B0BA23C}"/>
              </a:ext>
            </a:extLst>
          </p:cNvPr>
          <p:cNvSpPr>
            <a:spLocks noGrp="1"/>
          </p:cNvSpPr>
          <p:nvPr>
            <p:ph type="body" sz="quarter" idx="21" hasCustomPrompt="1"/>
          </p:nvPr>
        </p:nvSpPr>
        <p:spPr>
          <a:xfrm>
            <a:off x="5590675"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9DAC0554-380F-4627-9E3C-FCDA9EE3B9E8}"/>
              </a:ext>
            </a:extLst>
          </p:cNvPr>
          <p:cNvSpPr>
            <a:spLocks noGrp="1"/>
          </p:cNvSpPr>
          <p:nvPr>
            <p:ph type="body" sz="quarter" idx="22" hasCustomPrompt="1"/>
          </p:nvPr>
        </p:nvSpPr>
        <p:spPr>
          <a:xfrm>
            <a:off x="914525" y="4709160"/>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32C9479E-1665-465C-9B07-8AC7E3F4B630}"/>
              </a:ext>
            </a:extLst>
          </p:cNvPr>
          <p:cNvSpPr>
            <a:spLocks noGrp="1"/>
          </p:cNvSpPr>
          <p:nvPr>
            <p:ph type="body" sz="quarter" idx="23" hasCustomPrompt="1"/>
          </p:nvPr>
        </p:nvSpPr>
        <p:spPr>
          <a:xfrm>
            <a:off x="914399" y="5036439"/>
            <a:ext cx="3886200" cy="737604"/>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288361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F067F4C-584F-4D26-A9F4-7E8E3F096140}"/>
              </a:ext>
              <a:ext uri="{C183D7F6-B498-43B3-948B-1728B52AA6E4}">
                <adec:decorative xmlns:adec="http://schemas.microsoft.com/office/drawing/2017/decorative" val="1"/>
              </a:ext>
            </a:extLst>
          </p:cNvPr>
          <p:cNvSpPr/>
          <p:nvPr userDrawn="1"/>
        </p:nvSpPr>
        <p:spPr>
          <a:xfrm>
            <a:off x="4159926" y="1569034"/>
            <a:ext cx="7193874"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10">
            <a:extLst>
              <a:ext uri="{FF2B5EF4-FFF2-40B4-BE49-F238E27FC236}">
                <a16:creationId xmlns:a16="http://schemas.microsoft.com/office/drawing/2014/main" id="{6C968367-11F9-40B5-B54F-1555B837CABC}"/>
              </a:ext>
            </a:extLst>
          </p:cNvPr>
          <p:cNvSpPr>
            <a:spLocks noGrp="1"/>
          </p:cNvSpPr>
          <p:nvPr>
            <p:ph type="pic" sz="quarter" idx="13"/>
          </p:nvPr>
        </p:nvSpPr>
        <p:spPr>
          <a:xfrm>
            <a:off x="933630" y="548640"/>
            <a:ext cx="4389120" cy="5760720"/>
          </a:xfrm>
          <a:solidFill>
            <a:schemeClr val="accent6">
              <a:lumMod val="20000"/>
              <a:lumOff val="80000"/>
            </a:schemeClr>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155363" y="365125"/>
            <a:ext cx="5103007"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78C38614-0243-4ABA-A367-8875F339D658}"/>
              </a:ext>
            </a:extLst>
          </p:cNvPr>
          <p:cNvSpPr>
            <a:spLocks noGrp="1"/>
          </p:cNvSpPr>
          <p:nvPr>
            <p:ph type="body" sz="quarter" idx="14" hasCustomPrompt="1"/>
          </p:nvPr>
        </p:nvSpPr>
        <p:spPr>
          <a:xfrm>
            <a:off x="6153182" y="209397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6153056" y="2422684"/>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6153307" y="3227832"/>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6153181" y="3559290"/>
            <a:ext cx="5120640" cy="45720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005E970C-F216-4C13-B637-2CD29EB1F737}"/>
              </a:ext>
            </a:extLst>
          </p:cNvPr>
          <p:cNvSpPr>
            <a:spLocks noGrp="1"/>
          </p:cNvSpPr>
          <p:nvPr>
            <p:ph type="body" sz="quarter" idx="18" hasCustomPrompt="1"/>
          </p:nvPr>
        </p:nvSpPr>
        <p:spPr>
          <a:xfrm>
            <a:off x="6149167" y="4059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FD54B08D-52AA-478D-9A22-40F57CEFF5E6}"/>
              </a:ext>
            </a:extLst>
          </p:cNvPr>
          <p:cNvSpPr>
            <a:spLocks noGrp="1"/>
          </p:cNvSpPr>
          <p:nvPr>
            <p:ph type="body" sz="quarter" idx="19" hasCustomPrompt="1"/>
          </p:nvPr>
        </p:nvSpPr>
        <p:spPr>
          <a:xfrm>
            <a:off x="6149041" y="4388168"/>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78434772-1E65-4475-A328-95A7B2445794}"/>
              </a:ext>
            </a:extLst>
          </p:cNvPr>
          <p:cNvSpPr>
            <a:spLocks noGrp="1"/>
          </p:cNvSpPr>
          <p:nvPr>
            <p:ph type="body" sz="quarter" idx="20" hasCustomPrompt="1"/>
          </p:nvPr>
        </p:nvSpPr>
        <p:spPr>
          <a:xfrm>
            <a:off x="6149292" y="5202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4" name="Text Placeholder 13">
            <a:extLst>
              <a:ext uri="{FF2B5EF4-FFF2-40B4-BE49-F238E27FC236}">
                <a16:creationId xmlns:a16="http://schemas.microsoft.com/office/drawing/2014/main" id="{16497897-EF41-49AE-B577-23E1843D2DEA}"/>
              </a:ext>
            </a:extLst>
          </p:cNvPr>
          <p:cNvSpPr>
            <a:spLocks noGrp="1"/>
          </p:cNvSpPr>
          <p:nvPr>
            <p:ph type="body" sz="quarter" idx="21" hasCustomPrompt="1"/>
          </p:nvPr>
        </p:nvSpPr>
        <p:spPr>
          <a:xfrm>
            <a:off x="6149166" y="5535502"/>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130744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02412796-7042-4809-B0D2-CA19D0001B3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2560590 h 6858000"/>
              <a:gd name="connsiteX5" fmla="*/ 4876038 w 12188952"/>
              <a:gd name="connsiteY5" fmla="*/ 2560590 h 6858000"/>
              <a:gd name="connsiteX6" fmla="*/ 4876038 w 12188952"/>
              <a:gd name="connsiteY6" fmla="*/ 2331990 h 6858000"/>
              <a:gd name="connsiteX7" fmla="*/ 0 w 12188952"/>
              <a:gd name="connsiteY7" fmla="*/ 23319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2560590"/>
                </a:lnTo>
                <a:lnTo>
                  <a:pt x="4876038" y="2560590"/>
                </a:lnTo>
                <a:lnTo>
                  <a:pt x="4876038" y="2331990"/>
                </a:lnTo>
                <a:lnTo>
                  <a:pt x="0" y="233199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858957"/>
            <a:ext cx="4032504" cy="1325563"/>
          </a:xfrm>
        </p:spPr>
        <p:txBody>
          <a:bodyPr/>
          <a:lstStyle>
            <a:lvl1pPr algn="r">
              <a:defRPr>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5638800" y="1173329"/>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5638800" y="1522412"/>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4" name="Text Placeholder 10">
            <a:extLst>
              <a:ext uri="{FF2B5EF4-FFF2-40B4-BE49-F238E27FC236}">
                <a16:creationId xmlns:a16="http://schemas.microsoft.com/office/drawing/2014/main" id="{35CDA3A0-B53D-4D18-9792-E99DB7DFDFCD}"/>
              </a:ext>
            </a:extLst>
          </p:cNvPr>
          <p:cNvSpPr>
            <a:spLocks noGrp="1"/>
          </p:cNvSpPr>
          <p:nvPr>
            <p:ph type="body" sz="quarter" idx="16" hasCustomPrompt="1"/>
          </p:nvPr>
        </p:nvSpPr>
        <p:spPr>
          <a:xfrm>
            <a:off x="5638800" y="2743993"/>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5638800" y="3074026"/>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6" name="Text Placeholder 10">
            <a:extLst>
              <a:ext uri="{FF2B5EF4-FFF2-40B4-BE49-F238E27FC236}">
                <a16:creationId xmlns:a16="http://schemas.microsoft.com/office/drawing/2014/main" id="{DF7E20CD-913D-437E-9659-9C125387ECA7}"/>
              </a:ext>
            </a:extLst>
          </p:cNvPr>
          <p:cNvSpPr>
            <a:spLocks noGrp="1"/>
          </p:cNvSpPr>
          <p:nvPr>
            <p:ph type="body" sz="quarter" idx="18" hasCustomPrompt="1"/>
          </p:nvPr>
        </p:nvSpPr>
        <p:spPr>
          <a:xfrm>
            <a:off x="8686038" y="1182807"/>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7" name="Text Placeholder 12">
            <a:extLst>
              <a:ext uri="{FF2B5EF4-FFF2-40B4-BE49-F238E27FC236}">
                <a16:creationId xmlns:a16="http://schemas.microsoft.com/office/drawing/2014/main" id="{DB390311-D71A-47E1-A6A4-FC519992545C}"/>
              </a:ext>
            </a:extLst>
          </p:cNvPr>
          <p:cNvSpPr>
            <a:spLocks noGrp="1"/>
          </p:cNvSpPr>
          <p:nvPr>
            <p:ph type="body" sz="quarter" idx="19" hasCustomPrompt="1"/>
          </p:nvPr>
        </p:nvSpPr>
        <p:spPr>
          <a:xfrm>
            <a:off x="8686038" y="1531890"/>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8" name="Text Placeholder 10">
            <a:extLst>
              <a:ext uri="{FF2B5EF4-FFF2-40B4-BE49-F238E27FC236}">
                <a16:creationId xmlns:a16="http://schemas.microsoft.com/office/drawing/2014/main" id="{A6F112C5-2301-4903-8FFC-3D13F2BD7D9F}"/>
              </a:ext>
            </a:extLst>
          </p:cNvPr>
          <p:cNvSpPr>
            <a:spLocks noGrp="1"/>
          </p:cNvSpPr>
          <p:nvPr>
            <p:ph type="body" sz="quarter" idx="20" hasCustomPrompt="1"/>
          </p:nvPr>
        </p:nvSpPr>
        <p:spPr>
          <a:xfrm>
            <a:off x="8686038" y="2753471"/>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9" name="Text Placeholder 12">
            <a:extLst>
              <a:ext uri="{FF2B5EF4-FFF2-40B4-BE49-F238E27FC236}">
                <a16:creationId xmlns:a16="http://schemas.microsoft.com/office/drawing/2014/main" id="{867721ED-86DF-4220-A638-CB65E0B5B126}"/>
              </a:ext>
            </a:extLst>
          </p:cNvPr>
          <p:cNvSpPr>
            <a:spLocks noGrp="1"/>
          </p:cNvSpPr>
          <p:nvPr>
            <p:ph type="body" sz="quarter" idx="21" hasCustomPrompt="1"/>
          </p:nvPr>
        </p:nvSpPr>
        <p:spPr>
          <a:xfrm>
            <a:off x="8686038" y="3083504"/>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Rectangle 22">
            <a:extLst>
              <a:ext uri="{FF2B5EF4-FFF2-40B4-BE49-F238E27FC236}">
                <a16:creationId xmlns:a16="http://schemas.microsoft.com/office/drawing/2014/main" id="{5620BB15-729F-4427-9DF3-6861F012AED2}"/>
              </a:ext>
              <a:ext uri="{C183D7F6-B498-43B3-948B-1728B52AA6E4}">
                <adec:decorative xmlns:adec="http://schemas.microsoft.com/office/drawing/2017/decorative" val="1"/>
              </a:ext>
            </a:extLst>
          </p:cNvPr>
          <p:cNvSpPr/>
          <p:nvPr userDrawn="1"/>
        </p:nvSpPr>
        <p:spPr>
          <a:xfrm>
            <a:off x="0" y="2331990"/>
            <a:ext cx="487756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7E32A88-04B9-4879-A7DA-64134B3784C4}"/>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398" y="365760"/>
            <a:ext cx="6400800" cy="1325563"/>
          </a:xfrm>
        </p:spPr>
        <p:txBody>
          <a:body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914401" y="2000292"/>
            <a:ext cx="3162299" cy="3409907"/>
          </a:xfrm>
        </p:spPr>
        <p:txBody>
          <a:bodyPr>
            <a:normAutofit/>
          </a:bodyPr>
          <a:lstStyle>
            <a:lvl1pPr marL="0" indent="0">
              <a:lnSpc>
                <a:spcPts val="2400"/>
              </a:lnSpc>
              <a:spcBef>
                <a:spcPts val="0"/>
              </a:spcBef>
              <a:buNone/>
              <a:defRPr sz="18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1" name="Rectangle 10">
            <a:extLst>
              <a:ext uri="{FF2B5EF4-FFF2-40B4-BE49-F238E27FC236}">
                <a16:creationId xmlns:a16="http://schemas.microsoft.com/office/drawing/2014/main" id="{E5FFA2B6-6061-4DC2-8233-A48FB7AA8F27}"/>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2">
            <a:extLst>
              <a:ext uri="{FF2B5EF4-FFF2-40B4-BE49-F238E27FC236}">
                <a16:creationId xmlns:a16="http://schemas.microsoft.com/office/drawing/2014/main" id="{4A219D8E-BB95-4BDA-98A2-097D1BFA7494}"/>
              </a:ext>
            </a:extLst>
          </p:cNvPr>
          <p:cNvSpPr>
            <a:spLocks noGrp="1"/>
          </p:cNvSpPr>
          <p:nvPr>
            <p:ph type="body" sz="quarter" idx="14" hasCustomPrompt="1"/>
          </p:nvPr>
        </p:nvSpPr>
        <p:spPr>
          <a:xfrm>
            <a:off x="5239512" y="5513832"/>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Benefits</a:t>
            </a:r>
          </a:p>
        </p:txBody>
      </p:sp>
    </p:spTree>
    <p:extLst>
      <p:ext uri="{BB962C8B-B14F-4D97-AF65-F5344CB8AC3E}">
        <p14:creationId xmlns:p14="http://schemas.microsoft.com/office/powerpoint/2010/main" val="22784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5A412B8-4256-47AC-A275-1AC354C4C6E9}"/>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926523 h 6858000"/>
              <a:gd name="connsiteX5" fmla="*/ 9142476 w 12188952"/>
              <a:gd name="connsiteY5" fmla="*/ 4926523 h 6858000"/>
              <a:gd name="connsiteX6" fmla="*/ 9142476 w 12188952"/>
              <a:gd name="connsiteY6" fmla="*/ 4697923 h 6858000"/>
              <a:gd name="connsiteX7" fmla="*/ 0 w 12188952"/>
              <a:gd name="connsiteY7" fmla="*/ 46979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926523"/>
                </a:lnTo>
                <a:lnTo>
                  <a:pt x="9142476" y="4926523"/>
                </a:lnTo>
                <a:lnTo>
                  <a:pt x="9142476" y="4697923"/>
                </a:lnTo>
                <a:lnTo>
                  <a:pt x="0" y="4697923"/>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5084064"/>
            <a:ext cx="8311896" cy="1049254"/>
          </a:xfrm>
        </p:spPr>
        <p:txBody>
          <a:bodyPr anchor="b">
            <a:normAutofit/>
          </a:bodyPr>
          <a:lstStyle>
            <a:lvl1pPr algn="r">
              <a:defRPr sz="4800">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2DBCBD4E-87D0-4BA6-A1B4-3DC9452A36AB}"/>
              </a:ext>
              <a:ext uri="{C183D7F6-B498-43B3-948B-1728B52AA6E4}">
                <adec:decorative xmlns:adec="http://schemas.microsoft.com/office/drawing/2017/decorative" val="1"/>
              </a:ext>
            </a:extLst>
          </p:cNvPr>
          <p:cNvSpPr/>
          <p:nvPr userDrawn="1"/>
        </p:nvSpPr>
        <p:spPr>
          <a:xfrm>
            <a:off x="0" y="4697923"/>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9165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695704B-E527-4A3C-9B8B-CDEB8724F0F9}"/>
              </a:ext>
            </a:extLst>
          </p:cNvPr>
          <p:cNvSpPr>
            <a:spLocks noGrp="1"/>
          </p:cNvSpPr>
          <p:nvPr>
            <p:ph type="pic" sz="quarter" idx="13"/>
          </p:nvPr>
        </p:nvSpPr>
        <p:spPr>
          <a:xfrm>
            <a:off x="1524" y="0"/>
            <a:ext cx="12188952" cy="6858000"/>
          </a:xfrm>
          <a:custGeom>
            <a:avLst/>
            <a:gdLst>
              <a:gd name="connsiteX0" fmla="*/ 7789164 w 12188952"/>
              <a:gd name="connsiteY0" fmla="*/ 2258568 h 6858000"/>
              <a:gd name="connsiteX1" fmla="*/ 7789164 w 12188952"/>
              <a:gd name="connsiteY1" fmla="*/ 2487168 h 6858000"/>
              <a:gd name="connsiteX2" fmla="*/ 10715244 w 12188952"/>
              <a:gd name="connsiteY2" fmla="*/ 2487168 h 6858000"/>
              <a:gd name="connsiteX3" fmla="*/ 10715244 w 12188952"/>
              <a:gd name="connsiteY3" fmla="*/ 2258568 h 6858000"/>
              <a:gd name="connsiteX4" fmla="*/ 4634484 w 12188952"/>
              <a:gd name="connsiteY4" fmla="*/ 2258568 h 6858000"/>
              <a:gd name="connsiteX5" fmla="*/ 4634484 w 12188952"/>
              <a:gd name="connsiteY5" fmla="*/ 2487168 h 6858000"/>
              <a:gd name="connsiteX6" fmla="*/ 7560564 w 12188952"/>
              <a:gd name="connsiteY6" fmla="*/ 2487168 h 6858000"/>
              <a:gd name="connsiteX7" fmla="*/ 7560564 w 12188952"/>
              <a:gd name="connsiteY7" fmla="*/ 2258568 h 6858000"/>
              <a:gd name="connsiteX8" fmla="*/ 1443228 w 12188952"/>
              <a:gd name="connsiteY8" fmla="*/ 2258568 h 6858000"/>
              <a:gd name="connsiteX9" fmla="*/ 1443228 w 12188952"/>
              <a:gd name="connsiteY9" fmla="*/ 2487168 h 6858000"/>
              <a:gd name="connsiteX10" fmla="*/ 4369308 w 12188952"/>
              <a:gd name="connsiteY10" fmla="*/ 2487168 h 6858000"/>
              <a:gd name="connsiteX11" fmla="*/ 4369308 w 12188952"/>
              <a:gd name="connsiteY11" fmla="*/ 2258568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258568"/>
                </a:moveTo>
                <a:lnTo>
                  <a:pt x="7789164" y="2487168"/>
                </a:lnTo>
                <a:lnTo>
                  <a:pt x="10715244" y="2487168"/>
                </a:lnTo>
                <a:lnTo>
                  <a:pt x="10715244" y="2258568"/>
                </a:lnTo>
                <a:close/>
                <a:moveTo>
                  <a:pt x="4634484" y="2258568"/>
                </a:moveTo>
                <a:lnTo>
                  <a:pt x="4634484" y="2487168"/>
                </a:lnTo>
                <a:lnTo>
                  <a:pt x="7560564" y="2487168"/>
                </a:lnTo>
                <a:lnTo>
                  <a:pt x="7560564" y="2258568"/>
                </a:lnTo>
                <a:close/>
                <a:moveTo>
                  <a:pt x="1443228" y="2258568"/>
                </a:moveTo>
                <a:lnTo>
                  <a:pt x="1443228" y="2487168"/>
                </a:lnTo>
                <a:lnTo>
                  <a:pt x="4369308" y="2487168"/>
                </a:lnTo>
                <a:lnTo>
                  <a:pt x="4369308" y="225856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444752" y="2487165"/>
            <a:ext cx="2926080" cy="2714379"/>
          </a:xfrm>
          <a:solidFill>
            <a:schemeClr val="bg1">
              <a:alpha val="85000"/>
            </a:schemeClr>
          </a:solidFill>
        </p:spPr>
        <p:txBody>
          <a:bodyPr tIns="429768">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2</a:t>
            </a:r>
            <a:endParaRPr lang="en-ZA"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463600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3</a:t>
            </a:r>
            <a:endParaRPr lang="en-ZA" dirty="0"/>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79068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4</a:t>
            </a:r>
            <a:endParaRPr lang="en-ZA" dirty="0"/>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6" name="Date Placeholder 4">
            <a:extLst>
              <a:ext uri="{FF2B5EF4-FFF2-40B4-BE49-F238E27FC236}">
                <a16:creationId xmlns:a16="http://schemas.microsoft.com/office/drawing/2014/main" id="{C0256D1E-8A29-4C0A-8641-E823E877CF86}"/>
              </a:ext>
            </a:extLst>
          </p:cNvPr>
          <p:cNvSpPr>
            <a:spLocks noGrp="1"/>
          </p:cNvSpPr>
          <p:nvPr>
            <p:ph type="dt" sz="half" idx="39"/>
          </p:nvPr>
        </p:nvSpPr>
        <p:spPr>
          <a:xfrm>
            <a:off x="838200" y="6356350"/>
            <a:ext cx="2743200" cy="365125"/>
          </a:xfrm>
        </p:spPr>
        <p:txBody>
          <a:bodyPr/>
          <a:lstStyle>
            <a:lvl1pPr>
              <a:defRPr>
                <a:solidFill>
                  <a:schemeClr val="bg1"/>
                </a:solidFill>
              </a:defRPr>
            </a:lvl1pPr>
          </a:lstStyle>
          <a:p>
            <a:r>
              <a:rPr lang="en-US" dirty="0"/>
              <a:t>7/14/20XX</a:t>
            </a:r>
          </a:p>
        </p:txBody>
      </p:sp>
      <p:sp>
        <p:nvSpPr>
          <p:cNvPr id="26" name="Rectangle 25">
            <a:extLst>
              <a:ext uri="{FF2B5EF4-FFF2-40B4-BE49-F238E27FC236}">
                <a16:creationId xmlns:a16="http://schemas.microsoft.com/office/drawing/2014/main" id="{370B45ED-DCCD-4701-9ACC-9C83B74D1710}"/>
              </a:ext>
              <a:ext uri="{C183D7F6-B498-43B3-948B-1728B52AA6E4}">
                <adec:decorative xmlns:adec="http://schemas.microsoft.com/office/drawing/2017/decorative" val="1"/>
              </a:ext>
            </a:extLst>
          </p:cNvPr>
          <p:cNvSpPr/>
          <p:nvPr userDrawn="1"/>
        </p:nvSpPr>
        <p:spPr>
          <a:xfrm>
            <a:off x="1444752"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09508955-3B0C-44CA-B1F9-AD0E70CDB035}"/>
              </a:ext>
              <a:ext uri="{C183D7F6-B498-43B3-948B-1728B52AA6E4}">
                <adec:decorative xmlns:adec="http://schemas.microsoft.com/office/drawing/2017/decorative" val="1"/>
              </a:ext>
            </a:extLst>
          </p:cNvPr>
          <p:cNvSpPr/>
          <p:nvPr userDrawn="1"/>
        </p:nvSpPr>
        <p:spPr>
          <a:xfrm>
            <a:off x="463600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8612ACAA-EEDE-4C74-AF6C-6A7D06F73BAB}"/>
              </a:ext>
              <a:ext uri="{C183D7F6-B498-43B3-948B-1728B52AA6E4}">
                <adec:decorative xmlns:adec="http://schemas.microsoft.com/office/drawing/2017/decorative" val="1"/>
              </a:ext>
            </a:extLst>
          </p:cNvPr>
          <p:cNvSpPr/>
          <p:nvPr userDrawn="1"/>
        </p:nvSpPr>
        <p:spPr>
          <a:xfrm>
            <a:off x="779068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8602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22" name="Picture Placeholder 10">
            <a:extLst>
              <a:ext uri="{FF2B5EF4-FFF2-40B4-BE49-F238E27FC236}">
                <a16:creationId xmlns:a16="http://schemas.microsoft.com/office/drawing/2014/main" id="{27AEA2E6-E265-44DE-9F3F-657ECFF5D138}"/>
              </a:ext>
            </a:extLst>
          </p:cNvPr>
          <p:cNvSpPr>
            <a:spLocks noGrp="1"/>
          </p:cNvSpPr>
          <p:nvPr>
            <p:ph type="pic" sz="quarter" idx="34"/>
          </p:nvPr>
        </p:nvSpPr>
        <p:spPr>
          <a:xfrm>
            <a:off x="1524" y="0"/>
            <a:ext cx="12188952" cy="6858000"/>
          </a:xfrm>
          <a:solidFill>
            <a:schemeClr val="accent6">
              <a:lumMod val="20000"/>
              <a:lumOff val="80000"/>
            </a:schemeClr>
          </a:solidFill>
        </p:spPr>
        <p:txBody>
          <a:bodyPr/>
          <a:lstStyle/>
          <a:p>
            <a:r>
              <a:rPr lang="en-US"/>
              <a:t>Click icon to add picture</a:t>
            </a:r>
            <a:endParaRPr lang="en-US" dirty="0"/>
          </a:p>
        </p:txBody>
      </p:sp>
      <p:sp>
        <p:nvSpPr>
          <p:cNvPr id="5" name="Text Placeholder 4">
            <a:extLst>
              <a:ext uri="{FF2B5EF4-FFF2-40B4-BE49-F238E27FC236}">
                <a16:creationId xmlns:a16="http://schemas.microsoft.com/office/drawing/2014/main" id="{1C37569F-733B-494F-B7CB-231805209077}"/>
              </a:ext>
            </a:extLst>
          </p:cNvPr>
          <p:cNvSpPr>
            <a:spLocks noGrp="1"/>
          </p:cNvSpPr>
          <p:nvPr>
            <p:ph type="body" sz="quarter" idx="39" hasCustomPrompt="1"/>
          </p:nvPr>
        </p:nvSpPr>
        <p:spPr>
          <a:xfrm>
            <a:off x="0" y="2258568"/>
            <a:ext cx="12190476" cy="2743200"/>
          </a:xfrm>
          <a:solidFill>
            <a:schemeClr val="accent2">
              <a:alpha val="95000"/>
            </a:schemeClr>
          </a:solidFill>
        </p:spPr>
        <p:txBody>
          <a:bodyPr/>
          <a:lstStyle>
            <a:lvl1pPr marL="0" indent="0">
              <a:buNone/>
              <a:defRPr/>
            </a:lvl1pPr>
          </a:lstStyle>
          <a:p>
            <a:pPr lvl="0"/>
            <a:r>
              <a:rPr lang="en-US" dirty="0"/>
              <a:t> </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767130" y="2752344"/>
            <a:ext cx="2560320" cy="603504"/>
          </a:xfrm>
          <a:prstGeom prst="rect">
            <a:avLst/>
          </a:prstGeom>
          <a:noFill/>
        </p:spPr>
        <p:txBody>
          <a:bodyPr anchor="ctr" anchorCtr="0">
            <a:normAutofit/>
          </a:bodyPr>
          <a:lstStyle>
            <a:lvl1pPr marL="0" indent="0" algn="ctr">
              <a:spcBef>
                <a:spcPts val="0"/>
              </a:spcBef>
              <a:spcAft>
                <a:spcPts val="0"/>
              </a:spcAft>
              <a:buNone/>
              <a:defRPr sz="3600">
                <a:solidFill>
                  <a:schemeClr val="accent2">
                    <a:lumMod val="20000"/>
                    <a:lumOff val="80000"/>
                  </a:schemeClr>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1</a:t>
            </a:r>
            <a:endParaRPr lang="en-ZA" dirty="0"/>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15840"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dirty="0"/>
              <a:t>2</a:t>
            </a:r>
            <a:endParaRPr lang="en-ZA" dirty="0"/>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7867194"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dirty="0"/>
              <a:t>3</a:t>
            </a:r>
            <a:endParaRPr lang="en-ZA" dirty="0"/>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76713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1584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7867194"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dirty="0"/>
              <a:t>7/14/20XX</a:t>
            </a:r>
          </a:p>
        </p:txBody>
      </p:sp>
    </p:spTree>
    <p:extLst>
      <p:ext uri="{BB962C8B-B14F-4D97-AF65-F5344CB8AC3E}">
        <p14:creationId xmlns:p14="http://schemas.microsoft.com/office/powerpoint/2010/main" val="287640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CB2621B9-2641-4DA3-B7D6-D577C25CF2E9}"/>
              </a:ext>
            </a:extLst>
          </p:cNvPr>
          <p:cNvSpPr>
            <a:spLocks noGrp="1"/>
          </p:cNvSpPr>
          <p:nvPr>
            <p:ph type="pic" sz="quarter" idx="34"/>
          </p:nvPr>
        </p:nvSpPr>
        <p:spPr>
          <a:xfrm>
            <a:off x="1524" y="0"/>
            <a:ext cx="12188952" cy="6858000"/>
          </a:xfrm>
          <a:custGeom>
            <a:avLst/>
            <a:gdLst>
              <a:gd name="connsiteX0" fmla="*/ 1030351 w 12188952"/>
              <a:gd name="connsiteY0" fmla="*/ 3231845 h 6858000"/>
              <a:gd name="connsiteX1" fmla="*/ 1030351 w 12188952"/>
              <a:gd name="connsiteY1" fmla="*/ 3460445 h 6858000"/>
              <a:gd name="connsiteX2" fmla="*/ 11122333 w 12188952"/>
              <a:gd name="connsiteY2" fmla="*/ 3460445 h 6858000"/>
              <a:gd name="connsiteX3" fmla="*/ 11122333 w 12188952"/>
              <a:gd name="connsiteY3" fmla="*/ 32318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30351" y="3231845"/>
                </a:moveTo>
                <a:lnTo>
                  <a:pt x="1030351" y="3460445"/>
                </a:lnTo>
                <a:lnTo>
                  <a:pt x="11122333" y="3460445"/>
                </a:lnTo>
                <a:lnTo>
                  <a:pt x="11122333" y="32318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069848" y="2121408"/>
            <a:ext cx="2560320" cy="914400"/>
          </a:xfrm>
          <a:prstGeom prst="rect">
            <a:avLst/>
          </a:prstGeom>
          <a:noFill/>
        </p:spPr>
        <p:txBody>
          <a:bodyPr anchor="b">
            <a:noAutofit/>
          </a:bodyPr>
          <a:lstStyle>
            <a:lvl1pPr marL="0" indent="0" algn="ctr">
              <a:spcBef>
                <a:spcPts val="0"/>
              </a:spcBef>
              <a:spcAft>
                <a:spcPts val="0"/>
              </a:spcAft>
              <a:buNone/>
              <a:defRPr sz="6000">
                <a:ln w="15875">
                  <a:solidFill>
                    <a:schemeClr val="bg1">
                      <a:lumMod val="85000"/>
                    </a:schemeClr>
                  </a:solidFill>
                </a:ln>
                <a:no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1</a:t>
            </a:r>
            <a:endParaRPr lang="en-ZA" dirty="0"/>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00600" y="2121408"/>
            <a:ext cx="2560320"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dirty="0"/>
              <a:t>2</a:t>
            </a:r>
            <a:endParaRPr lang="en-ZA" dirty="0"/>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8531351" y="2121408"/>
            <a:ext cx="2592505"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dirty="0"/>
              <a:t>3</a:t>
            </a:r>
            <a:endParaRPr lang="en-ZA" dirty="0"/>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069848"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00600"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8531352"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dirty="0"/>
              <a:t>7/14/20XX</a:t>
            </a:r>
          </a:p>
        </p:txBody>
      </p:sp>
      <p:sp>
        <p:nvSpPr>
          <p:cNvPr id="19" name="Rectangle 18">
            <a:extLst>
              <a:ext uri="{FF2B5EF4-FFF2-40B4-BE49-F238E27FC236}">
                <a16:creationId xmlns:a16="http://schemas.microsoft.com/office/drawing/2014/main" id="{825807F6-AD25-4B86-8D5C-5DBE4B0D304E}"/>
              </a:ext>
              <a:ext uri="{C183D7F6-B498-43B3-948B-1728B52AA6E4}">
                <adec:decorative xmlns:adec="http://schemas.microsoft.com/office/drawing/2017/decorative" val="1"/>
              </a:ext>
            </a:extLst>
          </p:cNvPr>
          <p:cNvSpPr/>
          <p:nvPr userDrawn="1"/>
        </p:nvSpPr>
        <p:spPr>
          <a:xfrm>
            <a:off x="1031875" y="3231845"/>
            <a:ext cx="1009198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946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7A6EC474-5258-4E26-A871-01200EC78559}"/>
              </a:ext>
            </a:extLst>
          </p:cNvPr>
          <p:cNvSpPr>
            <a:spLocks noGrp="1"/>
          </p:cNvSpPr>
          <p:nvPr>
            <p:ph type="pic" sz="quarter" idx="13"/>
          </p:nvPr>
        </p:nvSpPr>
        <p:spPr>
          <a:xfrm>
            <a:off x="1524" y="0"/>
            <a:ext cx="12188952" cy="6858000"/>
          </a:xfrm>
          <a:custGeom>
            <a:avLst/>
            <a:gdLst>
              <a:gd name="connsiteX0" fmla="*/ 2816352 w 12188952"/>
              <a:gd name="connsiteY0" fmla="*/ 1690688 h 6858000"/>
              <a:gd name="connsiteX1" fmla="*/ 2816352 w 12188952"/>
              <a:gd name="connsiteY1" fmla="*/ 5576888 h 6858000"/>
              <a:gd name="connsiteX2" fmla="*/ 3044952 w 12188952"/>
              <a:gd name="connsiteY2" fmla="*/ 5576888 h 6858000"/>
              <a:gd name="connsiteX3" fmla="*/ 3044952 w 12188952"/>
              <a:gd name="connsiteY3" fmla="*/ 169068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2816352" y="1690688"/>
                </a:moveTo>
                <a:lnTo>
                  <a:pt x="2816352" y="5576888"/>
                </a:lnTo>
                <a:lnTo>
                  <a:pt x="3044952" y="5576888"/>
                </a:lnTo>
                <a:lnTo>
                  <a:pt x="3044952" y="169068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1" name="Text Placeholder 6">
            <a:extLst>
              <a:ext uri="{FF2B5EF4-FFF2-40B4-BE49-F238E27FC236}">
                <a16:creationId xmlns:a16="http://schemas.microsoft.com/office/drawing/2014/main" id="{4F54F31D-9C5E-4286-8D0E-6318D6D19D1E}"/>
              </a:ext>
            </a:extLst>
          </p:cNvPr>
          <p:cNvSpPr>
            <a:spLocks noGrp="1"/>
          </p:cNvSpPr>
          <p:nvPr>
            <p:ph type="body" sz="quarter" idx="25"/>
          </p:nvPr>
        </p:nvSpPr>
        <p:spPr>
          <a:xfrm>
            <a:off x="3048000" y="1690688"/>
            <a:ext cx="9144000" cy="3886200"/>
          </a:xfrm>
          <a:solidFill>
            <a:schemeClr val="bg1">
              <a:alpha val="93000"/>
            </a:schemeClr>
          </a:solidFill>
        </p:spPr>
        <p:txBody>
          <a:bodyPr lIns="411480" tIns="566928" rIns="4937760" bIns="3063240" anchor="b">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FE9E034D-C1DD-48C0-BB6B-FDC6F8EBA558}"/>
              </a:ext>
            </a:extLst>
          </p:cNvPr>
          <p:cNvSpPr>
            <a:spLocks noGrp="1"/>
          </p:cNvSpPr>
          <p:nvPr>
            <p:ph type="title" hasCustomPrompt="1"/>
          </p:nvPr>
        </p:nvSpPr>
        <p:spPr>
          <a:xfrm>
            <a:off x="3383280" y="365125"/>
            <a:ext cx="7894320" cy="1325563"/>
          </a:xfrm>
        </p:spPr>
        <p:txBody>
          <a:bodyPr/>
          <a:lstStyle>
            <a:lvl1pPr algn="l">
              <a:defRPr>
                <a:solidFill>
                  <a:schemeClr val="bg1"/>
                </a:solidFill>
              </a:defRPr>
            </a:lvl1pPr>
          </a:lstStyle>
          <a:p>
            <a:r>
              <a:rPr lang="en-US" dirty="0"/>
              <a:t>CLICK TO EDIT TITLE</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hasCustomPrompt="1"/>
          </p:nvPr>
        </p:nvSpPr>
        <p:spPr>
          <a:xfrm>
            <a:off x="3392488"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7629525" y="1919288"/>
            <a:ext cx="3657600" cy="640080"/>
          </a:xfrm>
        </p:spPr>
        <p:txBody>
          <a:bodyPr anchor="b">
            <a:normAutofit/>
          </a:bodyPr>
          <a:lstStyle>
            <a:lvl1pPr marL="0" indent="0">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hasCustomPrompt="1"/>
          </p:nvPr>
        </p:nvSpPr>
        <p:spPr>
          <a:xfrm>
            <a:off x="7629525"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15" name="Rectangle 14">
            <a:extLst>
              <a:ext uri="{FF2B5EF4-FFF2-40B4-BE49-F238E27FC236}">
                <a16:creationId xmlns:a16="http://schemas.microsoft.com/office/drawing/2014/main" id="{F0D2B628-14C7-401D-8451-24C64BCF3CCA}"/>
              </a:ext>
              <a:ext uri="{C183D7F6-B498-43B3-948B-1728B52AA6E4}">
                <adec:decorative xmlns:adec="http://schemas.microsoft.com/office/drawing/2017/decorative" val="1"/>
              </a:ext>
            </a:extLst>
          </p:cNvPr>
          <p:cNvSpPr/>
          <p:nvPr userDrawn="1"/>
        </p:nvSpPr>
        <p:spPr>
          <a:xfrm>
            <a:off x="2817876"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746981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owth">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121B4B07-1B80-41CF-89AC-82A7628C9D74}"/>
              </a:ext>
            </a:extLst>
          </p:cNvPr>
          <p:cNvSpPr>
            <a:spLocks noGrp="1"/>
          </p:cNvSpPr>
          <p:nvPr>
            <p:ph type="pic" sz="quarter" idx="13"/>
          </p:nvPr>
        </p:nvSpPr>
        <p:spPr>
          <a:xfrm>
            <a:off x="1524" y="0"/>
            <a:ext cx="12188952" cy="6858000"/>
          </a:xfrm>
          <a:custGeom>
            <a:avLst/>
            <a:gdLst>
              <a:gd name="connsiteX0" fmla="*/ 7789164 w 12188952"/>
              <a:gd name="connsiteY0" fmla="*/ 2468880 h 6858000"/>
              <a:gd name="connsiteX1" fmla="*/ 7789164 w 12188952"/>
              <a:gd name="connsiteY1" fmla="*/ 2697480 h 6858000"/>
              <a:gd name="connsiteX2" fmla="*/ 10715244 w 12188952"/>
              <a:gd name="connsiteY2" fmla="*/ 2697480 h 6858000"/>
              <a:gd name="connsiteX3" fmla="*/ 10715244 w 12188952"/>
              <a:gd name="connsiteY3" fmla="*/ 2468880 h 6858000"/>
              <a:gd name="connsiteX4" fmla="*/ 4634484 w 12188952"/>
              <a:gd name="connsiteY4" fmla="*/ 2468880 h 6858000"/>
              <a:gd name="connsiteX5" fmla="*/ 4634484 w 12188952"/>
              <a:gd name="connsiteY5" fmla="*/ 2697480 h 6858000"/>
              <a:gd name="connsiteX6" fmla="*/ 7560564 w 12188952"/>
              <a:gd name="connsiteY6" fmla="*/ 2697480 h 6858000"/>
              <a:gd name="connsiteX7" fmla="*/ 7560564 w 12188952"/>
              <a:gd name="connsiteY7" fmla="*/ 2468880 h 6858000"/>
              <a:gd name="connsiteX8" fmla="*/ 1443228 w 12188952"/>
              <a:gd name="connsiteY8" fmla="*/ 2468880 h 6858000"/>
              <a:gd name="connsiteX9" fmla="*/ 1443228 w 12188952"/>
              <a:gd name="connsiteY9" fmla="*/ 2697480 h 6858000"/>
              <a:gd name="connsiteX10" fmla="*/ 4369308 w 12188952"/>
              <a:gd name="connsiteY10" fmla="*/ 2697480 h 6858000"/>
              <a:gd name="connsiteX11" fmla="*/ 4369308 w 12188952"/>
              <a:gd name="connsiteY11" fmla="*/ 2468880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468880"/>
                </a:moveTo>
                <a:lnTo>
                  <a:pt x="7789164" y="2697480"/>
                </a:lnTo>
                <a:lnTo>
                  <a:pt x="10715244" y="2697480"/>
                </a:lnTo>
                <a:lnTo>
                  <a:pt x="10715244" y="2468880"/>
                </a:lnTo>
                <a:close/>
                <a:moveTo>
                  <a:pt x="4634484" y="2468880"/>
                </a:moveTo>
                <a:lnTo>
                  <a:pt x="4634484" y="2697480"/>
                </a:lnTo>
                <a:lnTo>
                  <a:pt x="7560564" y="2697480"/>
                </a:lnTo>
                <a:lnTo>
                  <a:pt x="7560564" y="2468880"/>
                </a:lnTo>
                <a:close/>
                <a:moveTo>
                  <a:pt x="1443228" y="2468880"/>
                </a:moveTo>
                <a:lnTo>
                  <a:pt x="1443228" y="2697480"/>
                </a:lnTo>
                <a:lnTo>
                  <a:pt x="4369308" y="2697480"/>
                </a:lnTo>
                <a:lnTo>
                  <a:pt x="4369308" y="2468880"/>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4" name="Text Placeholder 3">
            <a:extLst>
              <a:ext uri="{FF2B5EF4-FFF2-40B4-BE49-F238E27FC236}">
                <a16:creationId xmlns:a16="http://schemas.microsoft.com/office/drawing/2014/main" id="{38840922-E552-4901-81AD-E458DA6BF7FE}"/>
              </a:ext>
            </a:extLst>
          </p:cNvPr>
          <p:cNvSpPr>
            <a:spLocks noGrp="1"/>
          </p:cNvSpPr>
          <p:nvPr>
            <p:ph type="body" sz="quarter" idx="39" hasCustomPrompt="1"/>
          </p:nvPr>
        </p:nvSpPr>
        <p:spPr>
          <a:xfrm>
            <a:off x="1066800" y="1525143"/>
            <a:ext cx="10058400" cy="548640"/>
          </a:xfrm>
        </p:spPr>
        <p:txBody>
          <a:bodyPr>
            <a:noAutofit/>
          </a:bodyPr>
          <a:lstStyle>
            <a:lvl1pPr marL="0" indent="0" algn="ctr">
              <a:buNone/>
              <a:defRPr sz="2000">
                <a:solidFill>
                  <a:schemeClr val="bg1"/>
                </a:solidFill>
                <a:latin typeface="+mj-lt"/>
              </a:defRPr>
            </a:lvl1pPr>
            <a:lvl2pPr marL="457200" indent="0" algn="ctr">
              <a:buNone/>
              <a:defRPr sz="2400">
                <a:latin typeface="+mj-lt"/>
              </a:defRPr>
            </a:lvl2pPr>
            <a:lvl3pPr marL="914400" indent="0" algn="ctr">
              <a:buNone/>
              <a:defRPr sz="2400">
                <a:latin typeface="+mj-lt"/>
              </a:defRPr>
            </a:lvl3pPr>
            <a:lvl4pPr marL="1371600" indent="0" algn="ctr">
              <a:buNone/>
              <a:defRPr sz="2400">
                <a:latin typeface="+mj-lt"/>
              </a:defRPr>
            </a:lvl4pPr>
            <a:lvl5pPr marL="1828800" indent="0" algn="ctr">
              <a:buNone/>
              <a:defRPr sz="2400">
                <a:latin typeface="+mj-lt"/>
              </a:defRPr>
            </a:lvl5pPr>
          </a:lstStyle>
          <a:p>
            <a:pPr lvl="0"/>
            <a:r>
              <a:rPr lang="en-US" dirty="0"/>
              <a:t>Click to edit subtitle</a:t>
            </a:r>
          </a:p>
        </p:txBody>
      </p:sp>
      <p:sp>
        <p:nvSpPr>
          <p:cNvPr id="17" name="Date Placeholder 6">
            <a:extLst>
              <a:ext uri="{FF2B5EF4-FFF2-40B4-BE49-F238E27FC236}">
                <a16:creationId xmlns:a16="http://schemas.microsoft.com/office/drawing/2014/main" id="{5DC05003-DC7F-4DC2-9902-F09425302D88}"/>
              </a:ext>
            </a:extLst>
          </p:cNvPr>
          <p:cNvSpPr>
            <a:spLocks noGrp="1"/>
          </p:cNvSpPr>
          <p:nvPr>
            <p:ph type="dt" sz="half" idx="40"/>
          </p:nvPr>
        </p:nvSpPr>
        <p:spPr>
          <a:xfrm>
            <a:off x="838200" y="6356350"/>
            <a:ext cx="2743200" cy="365125"/>
          </a:xfrm>
        </p:spPr>
        <p:txBody>
          <a:bodyPr/>
          <a:lstStyle>
            <a:lvl1pPr>
              <a:defRPr>
                <a:solidFill>
                  <a:schemeClr val="bg1"/>
                </a:solidFill>
              </a:defRPr>
            </a:lvl1pPr>
          </a:lstStyle>
          <a:p>
            <a:r>
              <a:rPr lang="en-US" dirty="0"/>
              <a:t>7/14/20XX</a:t>
            </a:r>
          </a:p>
        </p:txBody>
      </p:sp>
      <p:sp>
        <p:nvSpPr>
          <p:cNvPr id="16" name="Text Placeholder 8">
            <a:extLst>
              <a:ext uri="{FF2B5EF4-FFF2-40B4-BE49-F238E27FC236}">
                <a16:creationId xmlns:a16="http://schemas.microsoft.com/office/drawing/2014/main" id="{7E5DD934-36C9-4200-9B07-20B7B5F9B9D3}"/>
              </a:ext>
            </a:extLst>
          </p:cNvPr>
          <p:cNvSpPr>
            <a:spLocks noGrp="1"/>
          </p:cNvSpPr>
          <p:nvPr>
            <p:ph type="body" sz="quarter" idx="41" hasCustomPrompt="1"/>
          </p:nvPr>
        </p:nvSpPr>
        <p:spPr>
          <a:xfrm>
            <a:off x="1444752" y="2697480"/>
            <a:ext cx="2926080" cy="2504064"/>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2</a:t>
            </a:r>
            <a:endParaRPr lang="en-ZA" dirty="0"/>
          </a:p>
        </p:txBody>
      </p:sp>
      <p:sp>
        <p:nvSpPr>
          <p:cNvPr id="18" name="Text Placeholder 8">
            <a:extLst>
              <a:ext uri="{FF2B5EF4-FFF2-40B4-BE49-F238E27FC236}">
                <a16:creationId xmlns:a16="http://schemas.microsoft.com/office/drawing/2014/main" id="{6131369D-6688-434C-89C0-00892AA26C87}"/>
              </a:ext>
            </a:extLst>
          </p:cNvPr>
          <p:cNvSpPr>
            <a:spLocks noGrp="1"/>
          </p:cNvSpPr>
          <p:nvPr>
            <p:ph type="body" sz="quarter" idx="42" hasCustomPrompt="1"/>
          </p:nvPr>
        </p:nvSpPr>
        <p:spPr>
          <a:xfrm>
            <a:off x="463600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3</a:t>
            </a:r>
            <a:endParaRPr lang="en-ZA" dirty="0"/>
          </a:p>
        </p:txBody>
      </p:sp>
      <p:sp>
        <p:nvSpPr>
          <p:cNvPr id="19" name="Text Placeholder 8">
            <a:extLst>
              <a:ext uri="{FF2B5EF4-FFF2-40B4-BE49-F238E27FC236}">
                <a16:creationId xmlns:a16="http://schemas.microsoft.com/office/drawing/2014/main" id="{255864CA-BF08-4C2C-88EB-589BDFBE27B3}"/>
              </a:ext>
            </a:extLst>
          </p:cNvPr>
          <p:cNvSpPr>
            <a:spLocks noGrp="1"/>
          </p:cNvSpPr>
          <p:nvPr>
            <p:ph type="body" sz="quarter" idx="43" hasCustomPrompt="1"/>
          </p:nvPr>
        </p:nvSpPr>
        <p:spPr>
          <a:xfrm>
            <a:off x="779068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4</a:t>
            </a:r>
            <a:endParaRPr lang="en-ZA" dirty="0"/>
          </a:p>
        </p:txBody>
      </p:sp>
      <p:sp>
        <p:nvSpPr>
          <p:cNvPr id="29" name="Rectangle 28">
            <a:extLst>
              <a:ext uri="{FF2B5EF4-FFF2-40B4-BE49-F238E27FC236}">
                <a16:creationId xmlns:a16="http://schemas.microsoft.com/office/drawing/2014/main" id="{9B0287FA-646A-4E57-8C1A-1931B75F19B1}"/>
              </a:ext>
              <a:ext uri="{C183D7F6-B498-43B3-948B-1728B52AA6E4}">
                <adec:decorative xmlns:adec="http://schemas.microsoft.com/office/drawing/2017/decorative" val="1"/>
              </a:ext>
            </a:extLst>
          </p:cNvPr>
          <p:cNvSpPr/>
          <p:nvPr userDrawn="1"/>
        </p:nvSpPr>
        <p:spPr>
          <a:xfrm>
            <a:off x="463600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3ED43C36-F674-49C6-8542-3721B150B182}"/>
              </a:ext>
              <a:ext uri="{C183D7F6-B498-43B3-948B-1728B52AA6E4}">
                <adec:decorative xmlns:adec="http://schemas.microsoft.com/office/drawing/2017/decorative" val="1"/>
              </a:ext>
            </a:extLst>
          </p:cNvPr>
          <p:cNvSpPr/>
          <p:nvPr userDrawn="1"/>
        </p:nvSpPr>
        <p:spPr>
          <a:xfrm>
            <a:off x="779068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CCF3302-2960-44AC-A88C-4C281751163B}"/>
              </a:ext>
              <a:ext uri="{C183D7F6-B498-43B3-948B-1728B52AA6E4}">
                <adec:decorative xmlns:adec="http://schemas.microsoft.com/office/drawing/2017/decorative" val="1"/>
              </a:ext>
            </a:extLst>
          </p:cNvPr>
          <p:cNvSpPr/>
          <p:nvPr userDrawn="1"/>
        </p:nvSpPr>
        <p:spPr>
          <a:xfrm>
            <a:off x="1444752"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Tree>
    <p:extLst>
      <p:ext uri="{BB962C8B-B14F-4D97-AF65-F5344CB8AC3E}">
        <p14:creationId xmlns:p14="http://schemas.microsoft.com/office/powerpoint/2010/main" val="309957838"/>
      </p:ext>
    </p:extLst>
  </p:cSld>
  <p:clrMapOvr>
    <a:masterClrMapping/>
  </p:clrMapOvr>
  <p:extLst>
    <p:ext uri="{DCECCB84-F9BA-43D5-87BE-67443E8EF086}">
      <p15:sldGuideLst xmlns:p15="http://schemas.microsoft.com/office/powerpoint/2012/main">
        <p15:guide id="1" orient="horz" pos="7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dirty="0"/>
          </a:p>
        </p:txBody>
      </p:sp>
      <p:sp>
        <p:nvSpPr>
          <p:cNvPr id="15" name="Text Placeholder 5">
            <a:extLst>
              <a:ext uri="{FF2B5EF4-FFF2-40B4-BE49-F238E27FC236}">
                <a16:creationId xmlns:a16="http://schemas.microsoft.com/office/drawing/2014/main" id="{5487709A-3CB5-4242-9D31-5DAC5D0494A9}"/>
              </a:ext>
            </a:extLst>
          </p:cNvPr>
          <p:cNvSpPr>
            <a:spLocks noGrp="1"/>
          </p:cNvSpPr>
          <p:nvPr>
            <p:ph type="body" sz="quarter" idx="12" hasCustomPrompt="1"/>
          </p:nvPr>
        </p:nvSpPr>
        <p:spPr>
          <a:xfrm>
            <a:off x="5109000" y="2130552"/>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dirty="0"/>
              <a:t>Quadrant Title</a:t>
            </a:r>
          </a:p>
        </p:txBody>
      </p:sp>
      <p:sp>
        <p:nvSpPr>
          <p:cNvPr id="16" name="Text Placeholder 5">
            <a:extLst>
              <a:ext uri="{FF2B5EF4-FFF2-40B4-BE49-F238E27FC236}">
                <a16:creationId xmlns:a16="http://schemas.microsoft.com/office/drawing/2014/main" id="{D81AA656-0DD9-4717-8FC2-4C8C03D0634D}"/>
              </a:ext>
            </a:extLst>
          </p:cNvPr>
          <p:cNvSpPr>
            <a:spLocks noGrp="1"/>
          </p:cNvSpPr>
          <p:nvPr>
            <p:ph type="body" sz="quarter" idx="13" hasCustomPrompt="1"/>
          </p:nvPr>
        </p:nvSpPr>
        <p:spPr>
          <a:xfrm>
            <a:off x="5109000" y="5184648"/>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dirty="0"/>
              <a:t>Quadrant Title</a:t>
            </a:r>
          </a:p>
        </p:txBody>
      </p:sp>
      <p:sp>
        <p:nvSpPr>
          <p:cNvPr id="17" name="Text Placeholder 5">
            <a:extLst>
              <a:ext uri="{FF2B5EF4-FFF2-40B4-BE49-F238E27FC236}">
                <a16:creationId xmlns:a16="http://schemas.microsoft.com/office/drawing/2014/main" id="{970652C9-A2DF-48D4-9530-B3F495F7A401}"/>
              </a:ext>
            </a:extLst>
          </p:cNvPr>
          <p:cNvSpPr>
            <a:spLocks noGrp="1"/>
          </p:cNvSpPr>
          <p:nvPr>
            <p:ph type="body" sz="quarter" idx="14" hasCustomPrompt="1"/>
          </p:nvPr>
        </p:nvSpPr>
        <p:spPr>
          <a:xfrm>
            <a:off x="841248" y="3273552"/>
            <a:ext cx="2011680" cy="274320"/>
          </a:xfrm>
        </p:spPr>
        <p:txBody>
          <a:bodyPr/>
          <a:lstStyle>
            <a:lvl1pPr marL="0" indent="0" algn="l">
              <a:buFont typeface="Arial" panose="020B0604020202020204" pitchFamily="34" charset="0"/>
              <a:buNone/>
              <a:defRPr sz="1400">
                <a:solidFill>
                  <a:schemeClr val="tx1"/>
                </a:solidFill>
                <a:latin typeface="+mj-lt"/>
              </a:defRPr>
            </a:lvl1pPr>
          </a:lstStyle>
          <a:p>
            <a:pPr lvl="0"/>
            <a:r>
              <a:rPr lang="en-US" dirty="0"/>
              <a:t>Quadrant Title</a:t>
            </a:r>
          </a:p>
        </p:txBody>
      </p:sp>
      <p:sp>
        <p:nvSpPr>
          <p:cNvPr id="18" name="Text Placeholder 5">
            <a:extLst>
              <a:ext uri="{FF2B5EF4-FFF2-40B4-BE49-F238E27FC236}">
                <a16:creationId xmlns:a16="http://schemas.microsoft.com/office/drawing/2014/main" id="{FBD279E7-C7DE-4501-9F36-BA9F05FFFF5C}"/>
              </a:ext>
            </a:extLst>
          </p:cNvPr>
          <p:cNvSpPr>
            <a:spLocks noGrp="1"/>
          </p:cNvSpPr>
          <p:nvPr>
            <p:ph type="body" sz="quarter" idx="15" hasCustomPrompt="1"/>
          </p:nvPr>
        </p:nvSpPr>
        <p:spPr>
          <a:xfrm>
            <a:off x="9345168" y="3273552"/>
            <a:ext cx="2011680" cy="274320"/>
          </a:xfrm>
        </p:spPr>
        <p:txBody>
          <a:bodyPr/>
          <a:lstStyle>
            <a:lvl1pPr marL="0" indent="0" algn="r">
              <a:buFont typeface="Arial" panose="020B0604020202020204" pitchFamily="34" charset="0"/>
              <a:buNone/>
              <a:defRPr sz="1400">
                <a:solidFill>
                  <a:schemeClr val="tx1"/>
                </a:solidFill>
                <a:latin typeface="+mj-lt"/>
              </a:defRPr>
            </a:lvl1pPr>
          </a:lstStyle>
          <a:p>
            <a:pPr lvl="0"/>
            <a:r>
              <a:rPr lang="en-US" dirty="0"/>
              <a:t>Quadrant Title</a:t>
            </a:r>
          </a:p>
        </p:txBody>
      </p:sp>
      <p:cxnSp>
        <p:nvCxnSpPr>
          <p:cNvPr id="19" name="Straight Connector 18">
            <a:extLst>
              <a:ext uri="{FF2B5EF4-FFF2-40B4-BE49-F238E27FC236}">
                <a16:creationId xmlns:a16="http://schemas.microsoft.com/office/drawing/2014/main" id="{514BA6D1-4FDE-40E9-9F24-4719889A55F7}"/>
              </a:ext>
            </a:extLst>
          </p:cNvPr>
          <p:cNvCxnSpPr>
            <a:cxnSpLocks/>
          </p:cNvCxnSpPr>
          <p:nvPr userDrawn="1"/>
        </p:nvCxnSpPr>
        <p:spPr>
          <a:xfrm>
            <a:off x="929640" y="3631616"/>
            <a:ext cx="1033272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A3B553-82A9-403C-B8D4-D8C8A4A395B7}"/>
              </a:ext>
            </a:extLst>
          </p:cNvPr>
          <p:cNvCxnSpPr>
            <a:cxnSpLocks/>
          </p:cNvCxnSpPr>
          <p:nvPr userDrawn="1"/>
        </p:nvCxnSpPr>
        <p:spPr>
          <a:xfrm>
            <a:off x="6096000" y="2473690"/>
            <a:ext cx="0" cy="256032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Date Placeholder 4">
            <a:extLst>
              <a:ext uri="{FF2B5EF4-FFF2-40B4-BE49-F238E27FC236}">
                <a16:creationId xmlns:a16="http://schemas.microsoft.com/office/drawing/2014/main" id="{25C7676A-1D83-4D31-9C74-59C46F152534}"/>
              </a:ext>
            </a:extLst>
          </p:cNvPr>
          <p:cNvSpPr>
            <a:spLocks noGrp="1"/>
          </p:cNvSpPr>
          <p:nvPr>
            <p:ph type="dt" sz="half" idx="16"/>
          </p:nvPr>
        </p:nvSpPr>
        <p:spPr>
          <a:xfrm>
            <a:off x="838200" y="6356350"/>
            <a:ext cx="2743200" cy="365125"/>
          </a:xfrm>
        </p:spPr>
        <p:txBody>
          <a:bodyPr/>
          <a:lstStyle>
            <a:lvl1pPr>
              <a:defRPr>
                <a:solidFill>
                  <a:schemeClr val="tx1">
                    <a:lumMod val="65000"/>
                    <a:lumOff val="35000"/>
                  </a:schemeClr>
                </a:solidFill>
              </a:defRPr>
            </a:lvl1pPr>
          </a:lstStyle>
          <a:p>
            <a:r>
              <a:rPr lang="en-US" dirty="0"/>
              <a:t>7/14/20XX</a:t>
            </a:r>
          </a:p>
        </p:txBody>
      </p:sp>
    </p:spTree>
    <p:extLst>
      <p:ext uri="{BB962C8B-B14F-4D97-AF65-F5344CB8AC3E}">
        <p14:creationId xmlns:p14="http://schemas.microsoft.com/office/powerpoint/2010/main" val="48790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034D-C1DD-48C0-BB6B-FDC6F8EBA558}"/>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p:nvPr>
        </p:nvSpPr>
        <p:spPr>
          <a:xfrm>
            <a:off x="839788" y="1933902"/>
            <a:ext cx="5157787"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p:nvPr>
        </p:nvSpPr>
        <p:spPr>
          <a:xfrm>
            <a:off x="6172200" y="1933902"/>
            <a:ext cx="5183188"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ADF6BB91-26DF-45B2-B1D3-508C39F349CD}"/>
              </a:ext>
            </a:extLst>
          </p:cNvPr>
          <p:cNvSpPr>
            <a:spLocks noGrp="1"/>
          </p:cNvSpPr>
          <p:nvPr>
            <p:ph type="body" sz="quarter" idx="13" hasCustomPrompt="1"/>
          </p:nvPr>
        </p:nvSpPr>
        <p:spPr>
          <a:xfrm>
            <a:off x="836613" y="1482296"/>
            <a:ext cx="8321040" cy="365125"/>
          </a:xfrm>
        </p:spPr>
        <p:txBody>
          <a:bodyPr>
            <a:noAutofit/>
          </a:bodyPr>
          <a:lstStyle>
            <a:lvl1pPr marL="0" indent="0">
              <a:buNone/>
              <a:defRPr sz="2000">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Click to edit subtitle</a:t>
            </a:r>
          </a:p>
        </p:txBody>
      </p:sp>
    </p:spTree>
    <p:extLst>
      <p:ext uri="{BB962C8B-B14F-4D97-AF65-F5344CB8AC3E}">
        <p14:creationId xmlns:p14="http://schemas.microsoft.com/office/powerpoint/2010/main" val="692630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dirty="0"/>
          </a:p>
        </p:txBody>
      </p:sp>
      <p:sp>
        <p:nvSpPr>
          <p:cNvPr id="38" name="Text Placeholder 10">
            <a:extLst>
              <a:ext uri="{FF2B5EF4-FFF2-40B4-BE49-F238E27FC236}">
                <a16:creationId xmlns:a16="http://schemas.microsoft.com/office/drawing/2014/main" id="{51F6740D-79A8-4846-A90A-F1FF9BBDD00D}"/>
              </a:ext>
            </a:extLst>
          </p:cNvPr>
          <p:cNvSpPr>
            <a:spLocks noGrp="1"/>
          </p:cNvSpPr>
          <p:nvPr>
            <p:ph type="body" sz="quarter" idx="33" hasCustomPrompt="1"/>
          </p:nvPr>
        </p:nvSpPr>
        <p:spPr>
          <a:xfrm>
            <a:off x="914399" y="3422952"/>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dirty="0"/>
              <a:t>Year</a:t>
            </a:r>
            <a:endParaRPr lang="en-ZA" dirty="0"/>
          </a:p>
        </p:txBody>
      </p:sp>
      <p:sp>
        <p:nvSpPr>
          <p:cNvPr id="39" name="Text Placeholder 10">
            <a:extLst>
              <a:ext uri="{FF2B5EF4-FFF2-40B4-BE49-F238E27FC236}">
                <a16:creationId xmlns:a16="http://schemas.microsoft.com/office/drawing/2014/main" id="{93E06E79-FBB7-4594-8FC7-631D174541D7}"/>
              </a:ext>
            </a:extLst>
          </p:cNvPr>
          <p:cNvSpPr>
            <a:spLocks noGrp="1"/>
          </p:cNvSpPr>
          <p:nvPr>
            <p:ph type="body" sz="quarter" idx="34" hasCustomPrompt="1"/>
          </p:nvPr>
        </p:nvSpPr>
        <p:spPr>
          <a:xfrm>
            <a:off x="19659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0" name="Text Placeholder 10">
            <a:extLst>
              <a:ext uri="{FF2B5EF4-FFF2-40B4-BE49-F238E27FC236}">
                <a16:creationId xmlns:a16="http://schemas.microsoft.com/office/drawing/2014/main" id="{5B6D7F47-7406-4B82-8180-F3AD59BC6561}"/>
              </a:ext>
            </a:extLst>
          </p:cNvPr>
          <p:cNvSpPr>
            <a:spLocks noGrp="1"/>
          </p:cNvSpPr>
          <p:nvPr>
            <p:ph type="body" sz="quarter" idx="35" hasCustomPrompt="1"/>
          </p:nvPr>
        </p:nvSpPr>
        <p:spPr>
          <a:xfrm>
            <a:off x="275388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1" name="Text Placeholder 10">
            <a:extLst>
              <a:ext uri="{FF2B5EF4-FFF2-40B4-BE49-F238E27FC236}">
                <a16:creationId xmlns:a16="http://schemas.microsoft.com/office/drawing/2014/main" id="{5B79AE07-3E86-4374-9F86-8B70E8158AB1}"/>
              </a:ext>
            </a:extLst>
          </p:cNvPr>
          <p:cNvSpPr>
            <a:spLocks noGrp="1"/>
          </p:cNvSpPr>
          <p:nvPr>
            <p:ph type="body" sz="quarter" idx="36" hasCustomPrompt="1"/>
          </p:nvPr>
        </p:nvSpPr>
        <p:spPr>
          <a:xfrm>
            <a:off x="354180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2" name="Text Placeholder 10">
            <a:extLst>
              <a:ext uri="{FF2B5EF4-FFF2-40B4-BE49-F238E27FC236}">
                <a16:creationId xmlns:a16="http://schemas.microsoft.com/office/drawing/2014/main" id="{C939686F-A239-4AFE-AF56-38497CCD7491}"/>
              </a:ext>
            </a:extLst>
          </p:cNvPr>
          <p:cNvSpPr>
            <a:spLocks noGrp="1"/>
          </p:cNvSpPr>
          <p:nvPr>
            <p:ph type="body" sz="quarter" idx="37" hasCustomPrompt="1"/>
          </p:nvPr>
        </p:nvSpPr>
        <p:spPr>
          <a:xfrm>
            <a:off x="432972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3" name="Text Placeholder 10">
            <a:extLst>
              <a:ext uri="{FF2B5EF4-FFF2-40B4-BE49-F238E27FC236}">
                <a16:creationId xmlns:a16="http://schemas.microsoft.com/office/drawing/2014/main" id="{A634BB4E-B10D-4761-A0B8-EBC734EC96DD}"/>
              </a:ext>
            </a:extLst>
          </p:cNvPr>
          <p:cNvSpPr>
            <a:spLocks noGrp="1"/>
          </p:cNvSpPr>
          <p:nvPr>
            <p:ph type="body" sz="quarter" idx="38" hasCustomPrompt="1"/>
          </p:nvPr>
        </p:nvSpPr>
        <p:spPr>
          <a:xfrm>
            <a:off x="914400" y="4224228"/>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dirty="0"/>
              <a:t>Year</a:t>
            </a:r>
            <a:endParaRPr lang="en-ZA" dirty="0"/>
          </a:p>
        </p:txBody>
      </p:sp>
      <p:sp>
        <p:nvSpPr>
          <p:cNvPr id="44" name="Text Placeholder 10">
            <a:extLst>
              <a:ext uri="{FF2B5EF4-FFF2-40B4-BE49-F238E27FC236}">
                <a16:creationId xmlns:a16="http://schemas.microsoft.com/office/drawing/2014/main" id="{869255BD-A63E-4BFC-9D2A-E5EABC1DCD81}"/>
              </a:ext>
            </a:extLst>
          </p:cNvPr>
          <p:cNvSpPr>
            <a:spLocks noGrp="1"/>
          </p:cNvSpPr>
          <p:nvPr>
            <p:ph type="body" sz="quarter" idx="39" hasCustomPrompt="1"/>
          </p:nvPr>
        </p:nvSpPr>
        <p:spPr>
          <a:xfrm>
            <a:off x="511764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5" name="Text Placeholder 10">
            <a:extLst>
              <a:ext uri="{FF2B5EF4-FFF2-40B4-BE49-F238E27FC236}">
                <a16:creationId xmlns:a16="http://schemas.microsoft.com/office/drawing/2014/main" id="{31C27FFA-6FA2-4F90-9543-8AE7E5B90E48}"/>
              </a:ext>
            </a:extLst>
          </p:cNvPr>
          <p:cNvSpPr>
            <a:spLocks noGrp="1"/>
          </p:cNvSpPr>
          <p:nvPr>
            <p:ph type="body" sz="quarter" idx="40" hasCustomPrompt="1"/>
          </p:nvPr>
        </p:nvSpPr>
        <p:spPr>
          <a:xfrm>
            <a:off x="59055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6" name="Text Placeholder 10">
            <a:extLst>
              <a:ext uri="{FF2B5EF4-FFF2-40B4-BE49-F238E27FC236}">
                <a16:creationId xmlns:a16="http://schemas.microsoft.com/office/drawing/2014/main" id="{DAA9F46A-F074-488E-91DA-AAC5D23406E1}"/>
              </a:ext>
            </a:extLst>
          </p:cNvPr>
          <p:cNvSpPr>
            <a:spLocks noGrp="1"/>
          </p:cNvSpPr>
          <p:nvPr>
            <p:ph type="body" sz="quarter" idx="41" hasCustomPrompt="1"/>
          </p:nvPr>
        </p:nvSpPr>
        <p:spPr>
          <a:xfrm>
            <a:off x="669348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7" name="Text Placeholder 10">
            <a:extLst>
              <a:ext uri="{FF2B5EF4-FFF2-40B4-BE49-F238E27FC236}">
                <a16:creationId xmlns:a16="http://schemas.microsoft.com/office/drawing/2014/main" id="{24F6FE0C-DA66-4BE4-B1CB-AE552497A035}"/>
              </a:ext>
            </a:extLst>
          </p:cNvPr>
          <p:cNvSpPr>
            <a:spLocks noGrp="1"/>
          </p:cNvSpPr>
          <p:nvPr>
            <p:ph type="body" sz="quarter" idx="42" hasCustomPrompt="1"/>
          </p:nvPr>
        </p:nvSpPr>
        <p:spPr>
          <a:xfrm>
            <a:off x="905724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8" name="Text Placeholder 10">
            <a:extLst>
              <a:ext uri="{FF2B5EF4-FFF2-40B4-BE49-F238E27FC236}">
                <a16:creationId xmlns:a16="http://schemas.microsoft.com/office/drawing/2014/main" id="{E02CB3CF-9E17-4C7C-913F-21EFADB96CBD}"/>
              </a:ext>
            </a:extLst>
          </p:cNvPr>
          <p:cNvSpPr>
            <a:spLocks noGrp="1"/>
          </p:cNvSpPr>
          <p:nvPr>
            <p:ph type="body" sz="quarter" idx="43" hasCustomPrompt="1"/>
          </p:nvPr>
        </p:nvSpPr>
        <p:spPr>
          <a:xfrm>
            <a:off x="748140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9" name="Text Placeholder 10">
            <a:extLst>
              <a:ext uri="{FF2B5EF4-FFF2-40B4-BE49-F238E27FC236}">
                <a16:creationId xmlns:a16="http://schemas.microsoft.com/office/drawing/2014/main" id="{D3AC456D-7AB5-4BB9-8F76-B607929996B1}"/>
              </a:ext>
            </a:extLst>
          </p:cNvPr>
          <p:cNvSpPr>
            <a:spLocks noGrp="1"/>
          </p:cNvSpPr>
          <p:nvPr>
            <p:ph type="body" sz="quarter" idx="44" hasCustomPrompt="1"/>
          </p:nvPr>
        </p:nvSpPr>
        <p:spPr>
          <a:xfrm>
            <a:off x="826932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0" name="Text Placeholder 10">
            <a:extLst>
              <a:ext uri="{FF2B5EF4-FFF2-40B4-BE49-F238E27FC236}">
                <a16:creationId xmlns:a16="http://schemas.microsoft.com/office/drawing/2014/main" id="{C5E41A6A-28FF-4A75-BA52-2FA05EE92EC7}"/>
              </a:ext>
            </a:extLst>
          </p:cNvPr>
          <p:cNvSpPr>
            <a:spLocks noGrp="1"/>
          </p:cNvSpPr>
          <p:nvPr>
            <p:ph type="body" sz="quarter" idx="45" hasCustomPrompt="1"/>
          </p:nvPr>
        </p:nvSpPr>
        <p:spPr>
          <a:xfrm>
            <a:off x="98451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1" name="Text Placeholder 10">
            <a:extLst>
              <a:ext uri="{FF2B5EF4-FFF2-40B4-BE49-F238E27FC236}">
                <a16:creationId xmlns:a16="http://schemas.microsoft.com/office/drawing/2014/main" id="{7A1FCD8B-8332-4362-80BA-3DBB4442605C}"/>
              </a:ext>
            </a:extLst>
          </p:cNvPr>
          <p:cNvSpPr>
            <a:spLocks noGrp="1"/>
          </p:cNvSpPr>
          <p:nvPr>
            <p:ph type="body" sz="quarter" idx="46" hasCustomPrompt="1"/>
          </p:nvPr>
        </p:nvSpPr>
        <p:spPr>
          <a:xfrm>
            <a:off x="10633085"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2" name="Text Placeholder 10">
            <a:extLst>
              <a:ext uri="{FF2B5EF4-FFF2-40B4-BE49-F238E27FC236}">
                <a16:creationId xmlns:a16="http://schemas.microsoft.com/office/drawing/2014/main" id="{F2B53D10-BB76-4138-AAB8-844DCD895BDE}"/>
              </a:ext>
            </a:extLst>
          </p:cNvPr>
          <p:cNvSpPr>
            <a:spLocks noGrp="1"/>
          </p:cNvSpPr>
          <p:nvPr>
            <p:ph type="body" sz="quarter" idx="47" hasCustomPrompt="1"/>
          </p:nvPr>
        </p:nvSpPr>
        <p:spPr>
          <a:xfrm>
            <a:off x="1969915"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3" name="Text Placeholder 10">
            <a:extLst>
              <a:ext uri="{FF2B5EF4-FFF2-40B4-BE49-F238E27FC236}">
                <a16:creationId xmlns:a16="http://schemas.microsoft.com/office/drawing/2014/main" id="{A14739AB-36C4-4467-BA10-CEA1DF2894EF}"/>
              </a:ext>
            </a:extLst>
          </p:cNvPr>
          <p:cNvSpPr>
            <a:spLocks noGrp="1"/>
          </p:cNvSpPr>
          <p:nvPr>
            <p:ph type="body" sz="quarter" idx="48" hasCustomPrompt="1"/>
          </p:nvPr>
        </p:nvSpPr>
        <p:spPr>
          <a:xfrm>
            <a:off x="2757602"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4" name="Text Placeholder 10">
            <a:extLst>
              <a:ext uri="{FF2B5EF4-FFF2-40B4-BE49-F238E27FC236}">
                <a16:creationId xmlns:a16="http://schemas.microsoft.com/office/drawing/2014/main" id="{024E2A82-D649-44D9-BAA0-65A603E113BB}"/>
              </a:ext>
            </a:extLst>
          </p:cNvPr>
          <p:cNvSpPr>
            <a:spLocks noGrp="1"/>
          </p:cNvSpPr>
          <p:nvPr>
            <p:ph type="body" sz="quarter" idx="49" hasCustomPrompt="1"/>
          </p:nvPr>
        </p:nvSpPr>
        <p:spPr>
          <a:xfrm>
            <a:off x="3545289"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5" name="Text Placeholder 10">
            <a:extLst>
              <a:ext uri="{FF2B5EF4-FFF2-40B4-BE49-F238E27FC236}">
                <a16:creationId xmlns:a16="http://schemas.microsoft.com/office/drawing/2014/main" id="{5E9DBCF1-3DA9-4975-9B75-DEFC550B69C1}"/>
              </a:ext>
            </a:extLst>
          </p:cNvPr>
          <p:cNvSpPr>
            <a:spLocks noGrp="1"/>
          </p:cNvSpPr>
          <p:nvPr>
            <p:ph type="body" sz="quarter" idx="50" hasCustomPrompt="1"/>
          </p:nvPr>
        </p:nvSpPr>
        <p:spPr>
          <a:xfrm>
            <a:off x="4332976"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6" name="Text Placeholder 10">
            <a:extLst>
              <a:ext uri="{FF2B5EF4-FFF2-40B4-BE49-F238E27FC236}">
                <a16:creationId xmlns:a16="http://schemas.microsoft.com/office/drawing/2014/main" id="{CD04D2E9-E8EB-43F6-9734-AE8BEED8D892}"/>
              </a:ext>
            </a:extLst>
          </p:cNvPr>
          <p:cNvSpPr>
            <a:spLocks noGrp="1"/>
          </p:cNvSpPr>
          <p:nvPr>
            <p:ph type="body" sz="quarter" idx="51" hasCustomPrompt="1"/>
          </p:nvPr>
        </p:nvSpPr>
        <p:spPr>
          <a:xfrm>
            <a:off x="5120663"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7" name="Text Placeholder 10">
            <a:extLst>
              <a:ext uri="{FF2B5EF4-FFF2-40B4-BE49-F238E27FC236}">
                <a16:creationId xmlns:a16="http://schemas.microsoft.com/office/drawing/2014/main" id="{DCAF80E4-457C-461E-9E59-6EA9934B8F5F}"/>
              </a:ext>
            </a:extLst>
          </p:cNvPr>
          <p:cNvSpPr>
            <a:spLocks noGrp="1"/>
          </p:cNvSpPr>
          <p:nvPr>
            <p:ph type="body" sz="quarter" idx="52" hasCustomPrompt="1"/>
          </p:nvPr>
        </p:nvSpPr>
        <p:spPr>
          <a:xfrm>
            <a:off x="5908350"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8" name="Text Placeholder 10">
            <a:extLst>
              <a:ext uri="{FF2B5EF4-FFF2-40B4-BE49-F238E27FC236}">
                <a16:creationId xmlns:a16="http://schemas.microsoft.com/office/drawing/2014/main" id="{8A2813EA-E62D-4E2E-A97F-38974F23C88E}"/>
              </a:ext>
            </a:extLst>
          </p:cNvPr>
          <p:cNvSpPr>
            <a:spLocks noGrp="1"/>
          </p:cNvSpPr>
          <p:nvPr>
            <p:ph type="body" sz="quarter" idx="53" hasCustomPrompt="1"/>
          </p:nvPr>
        </p:nvSpPr>
        <p:spPr>
          <a:xfrm>
            <a:off x="6696037"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9" name="Text Placeholder 10">
            <a:extLst>
              <a:ext uri="{FF2B5EF4-FFF2-40B4-BE49-F238E27FC236}">
                <a16:creationId xmlns:a16="http://schemas.microsoft.com/office/drawing/2014/main" id="{0A4E7225-8A60-45A3-ACE7-2D6D1EA3306D}"/>
              </a:ext>
            </a:extLst>
          </p:cNvPr>
          <p:cNvSpPr>
            <a:spLocks noGrp="1"/>
          </p:cNvSpPr>
          <p:nvPr>
            <p:ph type="body" sz="quarter" idx="54" hasCustomPrompt="1"/>
          </p:nvPr>
        </p:nvSpPr>
        <p:spPr>
          <a:xfrm>
            <a:off x="9059098"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0" name="Text Placeholder 10">
            <a:extLst>
              <a:ext uri="{FF2B5EF4-FFF2-40B4-BE49-F238E27FC236}">
                <a16:creationId xmlns:a16="http://schemas.microsoft.com/office/drawing/2014/main" id="{FD6DF9FE-80AE-43C3-B35A-B0B773A636E5}"/>
              </a:ext>
            </a:extLst>
          </p:cNvPr>
          <p:cNvSpPr>
            <a:spLocks noGrp="1"/>
          </p:cNvSpPr>
          <p:nvPr>
            <p:ph type="body" sz="quarter" idx="55" hasCustomPrompt="1"/>
          </p:nvPr>
        </p:nvSpPr>
        <p:spPr>
          <a:xfrm>
            <a:off x="7483724"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1" name="Text Placeholder 10">
            <a:extLst>
              <a:ext uri="{FF2B5EF4-FFF2-40B4-BE49-F238E27FC236}">
                <a16:creationId xmlns:a16="http://schemas.microsoft.com/office/drawing/2014/main" id="{725DE269-1E5D-4437-B997-CCFE8800082F}"/>
              </a:ext>
            </a:extLst>
          </p:cNvPr>
          <p:cNvSpPr>
            <a:spLocks noGrp="1"/>
          </p:cNvSpPr>
          <p:nvPr>
            <p:ph type="body" sz="quarter" idx="56" hasCustomPrompt="1"/>
          </p:nvPr>
        </p:nvSpPr>
        <p:spPr>
          <a:xfrm>
            <a:off x="8271411"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2" name="Text Placeholder 10">
            <a:extLst>
              <a:ext uri="{FF2B5EF4-FFF2-40B4-BE49-F238E27FC236}">
                <a16:creationId xmlns:a16="http://schemas.microsoft.com/office/drawing/2014/main" id="{EAE25BBD-7B98-417B-B9FC-B2DF70FAFDC0}"/>
              </a:ext>
            </a:extLst>
          </p:cNvPr>
          <p:cNvSpPr>
            <a:spLocks noGrp="1"/>
          </p:cNvSpPr>
          <p:nvPr>
            <p:ph type="body" sz="quarter" idx="57" hasCustomPrompt="1"/>
          </p:nvPr>
        </p:nvSpPr>
        <p:spPr>
          <a:xfrm>
            <a:off x="9846785"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3" name="Text Placeholder 10">
            <a:extLst>
              <a:ext uri="{FF2B5EF4-FFF2-40B4-BE49-F238E27FC236}">
                <a16:creationId xmlns:a16="http://schemas.microsoft.com/office/drawing/2014/main" id="{0A4DF189-5583-4731-8F70-2578793E0244}"/>
              </a:ext>
            </a:extLst>
          </p:cNvPr>
          <p:cNvSpPr>
            <a:spLocks noGrp="1"/>
          </p:cNvSpPr>
          <p:nvPr>
            <p:ph type="body" sz="quarter" idx="58" hasCustomPrompt="1"/>
          </p:nvPr>
        </p:nvSpPr>
        <p:spPr>
          <a:xfrm>
            <a:off x="10634472"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5" name="Text Placeholder 3">
            <a:extLst>
              <a:ext uri="{FF2B5EF4-FFF2-40B4-BE49-F238E27FC236}">
                <a16:creationId xmlns:a16="http://schemas.microsoft.com/office/drawing/2014/main" id="{06405A2E-994F-49B5-ABCB-1CA1FCEB08C7}"/>
              </a:ext>
            </a:extLst>
          </p:cNvPr>
          <p:cNvSpPr>
            <a:spLocks noGrp="1"/>
          </p:cNvSpPr>
          <p:nvPr>
            <p:ph type="body" sz="quarter" idx="59" hasCustomPrompt="1"/>
          </p:nvPr>
        </p:nvSpPr>
        <p:spPr>
          <a:xfrm>
            <a:off x="5360987" y="2055840"/>
            <a:ext cx="1828800" cy="696885"/>
          </a:xfrm>
          <a:noFill/>
          <a:ln w="12700">
            <a:solidFill>
              <a:schemeClr val="accent3"/>
            </a:solidFill>
          </a:ln>
        </p:spPr>
        <p:txBody>
          <a:bodyPr tIns="36000" anchor="ctr" anchorCtr="1">
            <a:normAutofit/>
          </a:bodyPr>
          <a:lstStyle>
            <a:lvl1pPr marL="0" indent="0" algn="ctr">
              <a:lnSpc>
                <a:spcPct val="100000"/>
              </a:lnSpc>
              <a:buNone/>
              <a:defRPr sz="1200">
                <a:solidFill>
                  <a:schemeClr val="tx1">
                    <a:lumMod val="75000"/>
                    <a:lumOff val="25000"/>
                  </a:schemeClr>
                </a:solidFill>
                <a:latin typeface="+mj-lt"/>
              </a:defRPr>
            </a:lvl1pPr>
          </a:lstStyle>
          <a:p>
            <a:pPr lvl="0"/>
            <a:r>
              <a:rPr lang="en-US" dirty="0"/>
              <a:t>Item Title</a:t>
            </a:r>
            <a:endParaRPr lang="en-ZA" dirty="0"/>
          </a:p>
        </p:txBody>
      </p:sp>
      <p:sp>
        <p:nvSpPr>
          <p:cNvPr id="67" name="Date Placeholder 4">
            <a:extLst>
              <a:ext uri="{FF2B5EF4-FFF2-40B4-BE49-F238E27FC236}">
                <a16:creationId xmlns:a16="http://schemas.microsoft.com/office/drawing/2014/main" id="{33000A7A-B075-4FF0-8FCA-89256A1A66C8}"/>
              </a:ext>
            </a:extLst>
          </p:cNvPr>
          <p:cNvSpPr>
            <a:spLocks noGrp="1"/>
          </p:cNvSpPr>
          <p:nvPr>
            <p:ph type="dt" sz="half" idx="61"/>
          </p:nvPr>
        </p:nvSpPr>
        <p:spPr>
          <a:xfrm>
            <a:off x="838200" y="6356350"/>
            <a:ext cx="2743200" cy="365125"/>
          </a:xfrm>
        </p:spPr>
        <p:txBody>
          <a:bodyPr/>
          <a:lstStyle>
            <a:lvl1pPr>
              <a:defRPr>
                <a:solidFill>
                  <a:schemeClr val="tx1">
                    <a:lumMod val="65000"/>
                    <a:lumOff val="35000"/>
                  </a:schemeClr>
                </a:solidFill>
              </a:defRPr>
            </a:lvl1pPr>
          </a:lstStyle>
          <a:p>
            <a:r>
              <a:rPr lang="en-US" dirty="0"/>
              <a:t>7/14/20XX</a:t>
            </a:r>
          </a:p>
        </p:txBody>
      </p:sp>
      <p:sp>
        <p:nvSpPr>
          <p:cNvPr id="3" name="Rectangle 2">
            <a:extLst>
              <a:ext uri="{FF2B5EF4-FFF2-40B4-BE49-F238E27FC236}">
                <a16:creationId xmlns:a16="http://schemas.microsoft.com/office/drawing/2014/main" id="{57AB03C7-C423-4EA2-AC0C-C153413E216C}"/>
              </a:ext>
            </a:extLst>
          </p:cNvPr>
          <p:cNvSpPr/>
          <p:nvPr userDrawn="1"/>
        </p:nvSpPr>
        <p:spPr>
          <a:xfrm>
            <a:off x="929640" y="3943857"/>
            <a:ext cx="1033272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0281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65760"/>
            <a:ext cx="10515600"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3570229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4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28" name="Picture Placeholder 27">
            <a:extLst>
              <a:ext uri="{FF2B5EF4-FFF2-40B4-BE49-F238E27FC236}">
                <a16:creationId xmlns:a16="http://schemas.microsoft.com/office/drawing/2014/main" id="{8A4789F7-47F3-492F-8AE6-209A1044F3DD}"/>
              </a:ext>
            </a:extLst>
          </p:cNvPr>
          <p:cNvSpPr>
            <a:spLocks noGrp="1"/>
          </p:cNvSpPr>
          <p:nvPr>
            <p:ph type="pic" sz="quarter" idx="13"/>
          </p:nvPr>
        </p:nvSpPr>
        <p:spPr>
          <a:xfrm>
            <a:off x="914400" y="2047876"/>
            <a:ext cx="2103120" cy="2913793"/>
          </a:xfrm>
          <a:custGeom>
            <a:avLst/>
            <a:gdLst>
              <a:gd name="connsiteX0" fmla="*/ 0 w 2103120"/>
              <a:gd name="connsiteY0" fmla="*/ 0 h 2913793"/>
              <a:gd name="connsiteX1" fmla="*/ 2103120 w 2103120"/>
              <a:gd name="connsiteY1" fmla="*/ 0 h 2913793"/>
              <a:gd name="connsiteX2" fmla="*/ 2103120 w 2103120"/>
              <a:gd name="connsiteY2" fmla="*/ 2913793 h 2913793"/>
              <a:gd name="connsiteX3" fmla="*/ 0 w 2103120"/>
              <a:gd name="connsiteY3" fmla="*/ 2913793 h 2913793"/>
            </a:gdLst>
            <a:ahLst/>
            <a:cxnLst>
              <a:cxn ang="0">
                <a:pos x="connsiteX0" y="connsiteY0"/>
              </a:cxn>
              <a:cxn ang="0">
                <a:pos x="connsiteX1" y="connsiteY1"/>
              </a:cxn>
              <a:cxn ang="0">
                <a:pos x="connsiteX2" y="connsiteY2"/>
              </a:cxn>
              <a:cxn ang="0">
                <a:pos x="connsiteX3" y="connsiteY3"/>
              </a:cxn>
            </a:cxnLst>
            <a:rect l="l" t="t" r="r" b="b"/>
            <a:pathLst>
              <a:path w="2103120" h="2913793">
                <a:moveTo>
                  <a:pt x="0" y="0"/>
                </a:moveTo>
                <a:lnTo>
                  <a:pt x="2103120" y="0"/>
                </a:lnTo>
                <a:lnTo>
                  <a:pt x="2103120" y="2913793"/>
                </a:lnTo>
                <a:lnTo>
                  <a:pt x="0" y="2913793"/>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7" name="Picture Placeholder 26">
            <a:extLst>
              <a:ext uri="{FF2B5EF4-FFF2-40B4-BE49-F238E27FC236}">
                <a16:creationId xmlns:a16="http://schemas.microsoft.com/office/drawing/2014/main" id="{25A9EE92-C505-4777-B442-72C5A0BDCBF7}"/>
              </a:ext>
            </a:extLst>
          </p:cNvPr>
          <p:cNvSpPr>
            <a:spLocks noGrp="1"/>
          </p:cNvSpPr>
          <p:nvPr>
            <p:ph type="pic" sz="quarter" idx="16"/>
          </p:nvPr>
        </p:nvSpPr>
        <p:spPr>
          <a:xfrm>
            <a:off x="366776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2104 w 2103120"/>
              <a:gd name="connsiteY3" fmla="*/ 3017520 h 3017520"/>
              <a:gd name="connsiteX4" fmla="*/ 2102104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2104" y="3017520"/>
                </a:lnTo>
                <a:lnTo>
                  <a:pt x="2102104"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6" name="Picture Placeholder 25">
            <a:extLst>
              <a:ext uri="{FF2B5EF4-FFF2-40B4-BE49-F238E27FC236}">
                <a16:creationId xmlns:a16="http://schemas.microsoft.com/office/drawing/2014/main" id="{B98E2731-9AE8-4D4E-969E-814287EE84AB}"/>
              </a:ext>
            </a:extLst>
          </p:cNvPr>
          <p:cNvSpPr>
            <a:spLocks noGrp="1"/>
          </p:cNvSpPr>
          <p:nvPr>
            <p:ph type="pic" sz="quarter" idx="19"/>
          </p:nvPr>
        </p:nvSpPr>
        <p:spPr>
          <a:xfrm>
            <a:off x="642112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0725 w 2103120"/>
              <a:gd name="connsiteY3" fmla="*/ 3017520 h 3017520"/>
              <a:gd name="connsiteX4" fmla="*/ 2100725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0725" y="3017520"/>
                </a:lnTo>
                <a:lnTo>
                  <a:pt x="2100725"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5" name="Picture Placeholder 24">
            <a:extLst>
              <a:ext uri="{FF2B5EF4-FFF2-40B4-BE49-F238E27FC236}">
                <a16:creationId xmlns:a16="http://schemas.microsoft.com/office/drawing/2014/main" id="{ACF06764-EDD6-4592-AF7B-7BF92AF387F7}"/>
              </a:ext>
            </a:extLst>
          </p:cNvPr>
          <p:cNvSpPr>
            <a:spLocks noGrp="1"/>
          </p:cNvSpPr>
          <p:nvPr>
            <p:ph type="pic" sz="quarter" idx="22"/>
          </p:nvPr>
        </p:nvSpPr>
        <p:spPr>
          <a:xfrm>
            <a:off x="917448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2910625 h 3017520"/>
              <a:gd name="connsiteX3" fmla="*/ 2268 w 2103120"/>
              <a:gd name="connsiteY3" fmla="*/ 2910625 h 3017520"/>
              <a:gd name="connsiteX4" fmla="*/ 2268 w 2103120"/>
              <a:gd name="connsiteY4" fmla="*/ 3017520 h 3017520"/>
              <a:gd name="connsiteX5" fmla="*/ 0 w 2103120"/>
              <a:gd name="connsiteY5" fmla="*/ 301752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2910625"/>
                </a:lnTo>
                <a:lnTo>
                  <a:pt x="2268" y="2910625"/>
                </a:lnTo>
                <a:lnTo>
                  <a:pt x="2268" y="3017520"/>
                </a:lnTo>
                <a:lnTo>
                  <a:pt x="0" y="301752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9" name="Rectangle 28">
            <a:extLst>
              <a:ext uri="{FF2B5EF4-FFF2-40B4-BE49-F238E27FC236}">
                <a16:creationId xmlns:a16="http://schemas.microsoft.com/office/drawing/2014/main" id="{EBFF9948-88DC-4F9B-ADAB-743B4534E394}"/>
              </a:ext>
              <a:ext uri="{C183D7F6-B498-43B3-948B-1728B52AA6E4}">
                <adec:decorative xmlns:adec="http://schemas.microsoft.com/office/drawing/2017/decorative" val="1"/>
              </a:ext>
            </a:extLst>
          </p:cNvPr>
          <p:cNvSpPr/>
          <p:nvPr userDrawn="1"/>
        </p:nvSpPr>
        <p:spPr>
          <a:xfrm>
            <a:off x="914400" y="496166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4AB8730-C1E9-4C39-AD6B-791ECCB2A856}"/>
              </a:ext>
              <a:ext uri="{C183D7F6-B498-43B3-948B-1728B52AA6E4}">
                <adec:decorative xmlns:adec="http://schemas.microsoft.com/office/drawing/2017/decorative" val="1"/>
              </a:ext>
            </a:extLst>
          </p:cNvPr>
          <p:cNvSpPr/>
          <p:nvPr userDrawn="1"/>
        </p:nvSpPr>
        <p:spPr>
          <a:xfrm>
            <a:off x="3666744"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FD0B1428-A83E-4197-AB02-D6F4EE2027A3}"/>
              </a:ext>
              <a:ext uri="{C183D7F6-B498-43B3-948B-1728B52AA6E4}">
                <adec:decorative xmlns:adec="http://schemas.microsoft.com/office/drawing/2017/decorative" val="1"/>
              </a:ext>
            </a:extLst>
          </p:cNvPr>
          <p:cNvSpPr/>
          <p:nvPr userDrawn="1"/>
        </p:nvSpPr>
        <p:spPr>
          <a:xfrm>
            <a:off x="6418725"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4BAF707-3808-4238-963B-95584798BE51}"/>
              </a:ext>
              <a:ext uri="{C183D7F6-B498-43B3-948B-1728B52AA6E4}">
                <adec:decorative xmlns:adec="http://schemas.microsoft.com/office/drawing/2017/decorative" val="1"/>
              </a:ext>
            </a:extLst>
          </p:cNvPr>
          <p:cNvSpPr/>
          <p:nvPr userDrawn="1"/>
        </p:nvSpPr>
        <p:spPr>
          <a:xfrm>
            <a:off x="9176748"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6699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44" name="Picture Placeholder 43">
            <a:extLst>
              <a:ext uri="{FF2B5EF4-FFF2-40B4-BE49-F238E27FC236}">
                <a16:creationId xmlns:a16="http://schemas.microsoft.com/office/drawing/2014/main" id="{D0D0D822-3E52-4D3E-BD04-0A87AF2312B0}"/>
              </a:ext>
            </a:extLst>
          </p:cNvPr>
          <p:cNvSpPr>
            <a:spLocks noGrp="1"/>
          </p:cNvSpPr>
          <p:nvPr>
            <p:ph type="pic" sz="quarter" idx="13"/>
          </p:nvPr>
        </p:nvSpPr>
        <p:spPr>
          <a:xfrm>
            <a:off x="91440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264244 h 1371600"/>
              <a:gd name="connsiteX3" fmla="*/ 142 w 2103120"/>
              <a:gd name="connsiteY3" fmla="*/ 1264244 h 1371600"/>
              <a:gd name="connsiteX4" fmla="*/ 142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64244"/>
                </a:lnTo>
                <a:lnTo>
                  <a:pt x="142" y="1264244"/>
                </a:lnTo>
                <a:lnTo>
                  <a:pt x="142"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3" name="Picture Placeholder 42">
            <a:extLst>
              <a:ext uri="{FF2B5EF4-FFF2-40B4-BE49-F238E27FC236}">
                <a16:creationId xmlns:a16="http://schemas.microsoft.com/office/drawing/2014/main" id="{F1850C15-0C47-405D-A6CC-FC41802A67C8}"/>
              </a:ext>
            </a:extLst>
          </p:cNvPr>
          <p:cNvSpPr>
            <a:spLocks noGrp="1"/>
          </p:cNvSpPr>
          <p:nvPr>
            <p:ph type="pic" sz="quarter" idx="16"/>
          </p:nvPr>
        </p:nvSpPr>
        <p:spPr>
          <a:xfrm>
            <a:off x="366776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683 w 2103120"/>
              <a:gd name="connsiteY3" fmla="*/ 1371600 h 1371600"/>
              <a:gd name="connsiteX4" fmla="*/ 2102683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683" y="1371600"/>
                </a:lnTo>
                <a:lnTo>
                  <a:pt x="2102683"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2" name="Picture Placeholder 41">
            <a:extLst>
              <a:ext uri="{FF2B5EF4-FFF2-40B4-BE49-F238E27FC236}">
                <a16:creationId xmlns:a16="http://schemas.microsoft.com/office/drawing/2014/main" id="{4BE5C88B-BE08-4186-BF4E-95E5811D1874}"/>
              </a:ext>
            </a:extLst>
          </p:cNvPr>
          <p:cNvSpPr>
            <a:spLocks noGrp="1"/>
          </p:cNvSpPr>
          <p:nvPr>
            <p:ph type="pic" sz="quarter" idx="19"/>
          </p:nvPr>
        </p:nvSpPr>
        <p:spPr>
          <a:xfrm>
            <a:off x="642112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0867 w 2103120"/>
              <a:gd name="connsiteY3" fmla="*/ 1371600 h 1371600"/>
              <a:gd name="connsiteX4" fmla="*/ 21008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0867" y="1371600"/>
                </a:lnTo>
                <a:lnTo>
                  <a:pt x="21008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1" name="Picture Placeholder 40">
            <a:extLst>
              <a:ext uri="{FF2B5EF4-FFF2-40B4-BE49-F238E27FC236}">
                <a16:creationId xmlns:a16="http://schemas.microsoft.com/office/drawing/2014/main" id="{CF3E2C3A-A072-436A-8C0E-682F06540C4F}"/>
              </a:ext>
            </a:extLst>
          </p:cNvPr>
          <p:cNvSpPr>
            <a:spLocks noGrp="1"/>
          </p:cNvSpPr>
          <p:nvPr>
            <p:ph type="pic" sz="quarter" idx="22"/>
          </p:nvPr>
        </p:nvSpPr>
        <p:spPr>
          <a:xfrm>
            <a:off x="917448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1667 w 2103120"/>
              <a:gd name="connsiteY3" fmla="*/ 1371600 h 1371600"/>
              <a:gd name="connsiteX4" fmla="*/ 21016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1667" y="1371600"/>
                </a:lnTo>
                <a:lnTo>
                  <a:pt x="21016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5" name="Picture Placeholder 44">
            <a:extLst>
              <a:ext uri="{FF2B5EF4-FFF2-40B4-BE49-F238E27FC236}">
                <a16:creationId xmlns:a16="http://schemas.microsoft.com/office/drawing/2014/main" id="{20DAF781-CA6C-43D3-B553-E58DBF509A4A}"/>
              </a:ext>
            </a:extLst>
          </p:cNvPr>
          <p:cNvSpPr>
            <a:spLocks noGrp="1"/>
          </p:cNvSpPr>
          <p:nvPr>
            <p:ph type="pic" sz="quarter" idx="25"/>
          </p:nvPr>
        </p:nvSpPr>
        <p:spPr>
          <a:xfrm>
            <a:off x="91744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276026 h 1371600"/>
              <a:gd name="connsiteX3" fmla="*/ 624 w 2103120"/>
              <a:gd name="connsiteY3" fmla="*/ 1276026 h 1371600"/>
              <a:gd name="connsiteX4" fmla="*/ 624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76026"/>
                </a:lnTo>
                <a:lnTo>
                  <a:pt x="624" y="1276026"/>
                </a:lnTo>
                <a:lnTo>
                  <a:pt x="624"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2" name="Text Placeholder 8">
            <a:extLst>
              <a:ext uri="{FF2B5EF4-FFF2-40B4-BE49-F238E27FC236}">
                <a16:creationId xmlns:a16="http://schemas.microsoft.com/office/drawing/2014/main" id="{E502DEDD-A955-4A8D-9A05-828A01CE551D}"/>
              </a:ext>
            </a:extLst>
          </p:cNvPr>
          <p:cNvSpPr>
            <a:spLocks noGrp="1"/>
          </p:cNvSpPr>
          <p:nvPr>
            <p:ph type="body" sz="quarter" idx="26" hasCustomPrompt="1"/>
          </p:nvPr>
        </p:nvSpPr>
        <p:spPr>
          <a:xfrm>
            <a:off x="91440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3" name="Text Placeholder 10">
            <a:extLst>
              <a:ext uri="{FF2B5EF4-FFF2-40B4-BE49-F238E27FC236}">
                <a16:creationId xmlns:a16="http://schemas.microsoft.com/office/drawing/2014/main" id="{E76CEA8C-8899-44E0-9F47-106A711A4CC1}"/>
              </a:ext>
            </a:extLst>
          </p:cNvPr>
          <p:cNvSpPr>
            <a:spLocks noGrp="1"/>
          </p:cNvSpPr>
          <p:nvPr>
            <p:ph type="body" sz="quarter" idx="27" hasCustomPrompt="1"/>
          </p:nvPr>
        </p:nvSpPr>
        <p:spPr>
          <a:xfrm>
            <a:off x="91440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6" name="Picture Placeholder 45">
            <a:extLst>
              <a:ext uri="{FF2B5EF4-FFF2-40B4-BE49-F238E27FC236}">
                <a16:creationId xmlns:a16="http://schemas.microsoft.com/office/drawing/2014/main" id="{4DE21878-7282-49DF-A1B3-B38F5A85F71A}"/>
              </a:ext>
            </a:extLst>
          </p:cNvPr>
          <p:cNvSpPr>
            <a:spLocks noGrp="1"/>
          </p:cNvSpPr>
          <p:nvPr>
            <p:ph type="pic" sz="quarter" idx="28"/>
          </p:nvPr>
        </p:nvSpPr>
        <p:spPr>
          <a:xfrm>
            <a:off x="367080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728 w 2103120"/>
              <a:gd name="connsiteY3" fmla="*/ 1371600 h 1371600"/>
              <a:gd name="connsiteX4" fmla="*/ 2102728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728" y="1371600"/>
                </a:lnTo>
                <a:lnTo>
                  <a:pt x="2102728"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5" name="Text Placeholder 8">
            <a:extLst>
              <a:ext uri="{FF2B5EF4-FFF2-40B4-BE49-F238E27FC236}">
                <a16:creationId xmlns:a16="http://schemas.microsoft.com/office/drawing/2014/main" id="{3179BABC-F01C-4C09-BE82-C1C218CA476F}"/>
              </a:ext>
            </a:extLst>
          </p:cNvPr>
          <p:cNvSpPr>
            <a:spLocks noGrp="1"/>
          </p:cNvSpPr>
          <p:nvPr>
            <p:ph type="body" sz="quarter" idx="29" hasCustomPrompt="1"/>
          </p:nvPr>
        </p:nvSpPr>
        <p:spPr>
          <a:xfrm>
            <a:off x="3669792"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6" name="Text Placeholder 10">
            <a:extLst>
              <a:ext uri="{FF2B5EF4-FFF2-40B4-BE49-F238E27FC236}">
                <a16:creationId xmlns:a16="http://schemas.microsoft.com/office/drawing/2014/main" id="{7B1CE826-A5B2-4507-ADB0-BD2BFE4B8BB9}"/>
              </a:ext>
            </a:extLst>
          </p:cNvPr>
          <p:cNvSpPr>
            <a:spLocks noGrp="1"/>
          </p:cNvSpPr>
          <p:nvPr>
            <p:ph type="body" sz="quarter" idx="30" hasCustomPrompt="1"/>
          </p:nvPr>
        </p:nvSpPr>
        <p:spPr>
          <a:xfrm>
            <a:off x="3669792"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7" name="Picture Placeholder 46">
            <a:extLst>
              <a:ext uri="{FF2B5EF4-FFF2-40B4-BE49-F238E27FC236}">
                <a16:creationId xmlns:a16="http://schemas.microsoft.com/office/drawing/2014/main" id="{09624F3D-E589-4C68-B98A-566CCAAA98D1}"/>
              </a:ext>
            </a:extLst>
          </p:cNvPr>
          <p:cNvSpPr>
            <a:spLocks noGrp="1"/>
          </p:cNvSpPr>
          <p:nvPr>
            <p:ph type="pic" sz="quarter" idx="31"/>
          </p:nvPr>
        </p:nvSpPr>
        <p:spPr>
          <a:xfrm>
            <a:off x="642416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8017 w 2103120"/>
              <a:gd name="connsiteY3" fmla="*/ 1371600 h 1371600"/>
              <a:gd name="connsiteX4" fmla="*/ 2098017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8017" y="1371600"/>
                </a:lnTo>
                <a:lnTo>
                  <a:pt x="2098017"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8" name="Text Placeholder 8">
            <a:extLst>
              <a:ext uri="{FF2B5EF4-FFF2-40B4-BE49-F238E27FC236}">
                <a16:creationId xmlns:a16="http://schemas.microsoft.com/office/drawing/2014/main" id="{6F19331A-27CF-4270-B991-C2E97C6E6CA3}"/>
              </a:ext>
            </a:extLst>
          </p:cNvPr>
          <p:cNvSpPr>
            <a:spLocks noGrp="1"/>
          </p:cNvSpPr>
          <p:nvPr>
            <p:ph type="body" sz="quarter" idx="32" hasCustomPrompt="1"/>
          </p:nvPr>
        </p:nvSpPr>
        <p:spPr>
          <a:xfrm>
            <a:off x="6422136"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9" name="Text Placeholder 10">
            <a:extLst>
              <a:ext uri="{FF2B5EF4-FFF2-40B4-BE49-F238E27FC236}">
                <a16:creationId xmlns:a16="http://schemas.microsoft.com/office/drawing/2014/main" id="{C123301D-8AA0-4C65-B928-3902E4793B59}"/>
              </a:ext>
            </a:extLst>
          </p:cNvPr>
          <p:cNvSpPr>
            <a:spLocks noGrp="1"/>
          </p:cNvSpPr>
          <p:nvPr>
            <p:ph type="body" sz="quarter" idx="33" hasCustomPrompt="1"/>
          </p:nvPr>
        </p:nvSpPr>
        <p:spPr>
          <a:xfrm>
            <a:off x="6422136"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8" name="Picture Placeholder 47">
            <a:extLst>
              <a:ext uri="{FF2B5EF4-FFF2-40B4-BE49-F238E27FC236}">
                <a16:creationId xmlns:a16="http://schemas.microsoft.com/office/drawing/2014/main" id="{09B16E22-2B7C-413C-9283-51DBE7DF0F62}"/>
              </a:ext>
            </a:extLst>
          </p:cNvPr>
          <p:cNvSpPr>
            <a:spLocks noGrp="1"/>
          </p:cNvSpPr>
          <p:nvPr>
            <p:ph type="pic" sz="quarter" idx="34"/>
          </p:nvPr>
        </p:nvSpPr>
        <p:spPr>
          <a:xfrm>
            <a:off x="917752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7024 w 2103120"/>
              <a:gd name="connsiteY3" fmla="*/ 1371600 h 1371600"/>
              <a:gd name="connsiteX4" fmla="*/ 2097024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7024" y="1371600"/>
                </a:lnTo>
                <a:lnTo>
                  <a:pt x="2097024"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31" name="Text Placeholder 8">
            <a:extLst>
              <a:ext uri="{FF2B5EF4-FFF2-40B4-BE49-F238E27FC236}">
                <a16:creationId xmlns:a16="http://schemas.microsoft.com/office/drawing/2014/main" id="{9E095B1F-8D49-4766-951D-A60C5BA5DB41}"/>
              </a:ext>
            </a:extLst>
          </p:cNvPr>
          <p:cNvSpPr>
            <a:spLocks noGrp="1"/>
          </p:cNvSpPr>
          <p:nvPr>
            <p:ph type="body" sz="quarter" idx="35" hasCustomPrompt="1"/>
          </p:nvPr>
        </p:nvSpPr>
        <p:spPr>
          <a:xfrm>
            <a:off x="917448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32" name="Text Placeholder 10">
            <a:extLst>
              <a:ext uri="{FF2B5EF4-FFF2-40B4-BE49-F238E27FC236}">
                <a16:creationId xmlns:a16="http://schemas.microsoft.com/office/drawing/2014/main" id="{A3C30BF1-DCAF-4FF7-AE62-42A77BBB551F}"/>
              </a:ext>
            </a:extLst>
          </p:cNvPr>
          <p:cNvSpPr>
            <a:spLocks noGrp="1"/>
          </p:cNvSpPr>
          <p:nvPr>
            <p:ph type="body" sz="quarter" idx="36" hasCustomPrompt="1"/>
          </p:nvPr>
        </p:nvSpPr>
        <p:spPr>
          <a:xfrm>
            <a:off x="917448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9" name="Rectangle 48">
            <a:extLst>
              <a:ext uri="{FF2B5EF4-FFF2-40B4-BE49-F238E27FC236}">
                <a16:creationId xmlns:a16="http://schemas.microsoft.com/office/drawing/2014/main" id="{554DA5CF-5D2A-43B4-85A8-340C8F7BBA9B}"/>
              </a:ext>
              <a:ext uri="{C183D7F6-B498-43B3-948B-1728B52AA6E4}">
                <adec:decorative xmlns:adec="http://schemas.microsoft.com/office/drawing/2017/decorative" val="1"/>
              </a:ext>
            </a:extLst>
          </p:cNvPr>
          <p:cNvSpPr/>
          <p:nvPr userDrawn="1"/>
        </p:nvSpPr>
        <p:spPr>
          <a:xfrm>
            <a:off x="914542" y="3312119"/>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26B1FEE3-D401-47CB-80E6-52D6DF510D77}"/>
              </a:ext>
              <a:ext uri="{C183D7F6-B498-43B3-948B-1728B52AA6E4}">
                <adec:decorative xmlns:adec="http://schemas.microsoft.com/office/drawing/2017/decorative" val="1"/>
              </a:ext>
            </a:extLst>
          </p:cNvPr>
          <p:cNvSpPr/>
          <p:nvPr userDrawn="1"/>
        </p:nvSpPr>
        <p:spPr>
          <a:xfrm>
            <a:off x="3667323"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8D86A78-C607-45C6-8641-1AF4A5F073EE}"/>
              </a:ext>
              <a:ext uri="{C183D7F6-B498-43B3-948B-1728B52AA6E4}">
                <adec:decorative xmlns:adec="http://schemas.microsoft.com/office/drawing/2017/decorative" val="1"/>
              </a:ext>
            </a:extLst>
          </p:cNvPr>
          <p:cNvSpPr/>
          <p:nvPr userDrawn="1"/>
        </p:nvSpPr>
        <p:spPr>
          <a:xfrm>
            <a:off x="641886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B84BFDA8-0351-4C99-8911-2034DAE3D78E}"/>
              </a:ext>
              <a:ext uri="{C183D7F6-B498-43B3-948B-1728B52AA6E4}">
                <adec:decorative xmlns:adec="http://schemas.microsoft.com/office/drawing/2017/decorative" val="1"/>
              </a:ext>
            </a:extLst>
          </p:cNvPr>
          <p:cNvSpPr/>
          <p:nvPr userDrawn="1"/>
        </p:nvSpPr>
        <p:spPr>
          <a:xfrm>
            <a:off x="917302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1896FDB4-943E-4915-BFB5-FBF28C1F0DB4}"/>
              </a:ext>
              <a:ext uri="{C183D7F6-B498-43B3-948B-1728B52AA6E4}">
                <adec:decorative xmlns:adec="http://schemas.microsoft.com/office/drawing/2017/decorative" val="1"/>
              </a:ext>
            </a:extLst>
          </p:cNvPr>
          <p:cNvSpPr/>
          <p:nvPr userDrawn="1"/>
        </p:nvSpPr>
        <p:spPr>
          <a:xfrm>
            <a:off x="918072" y="5537362"/>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8DE6F848-8616-4A39-B962-93F75C4718F8}"/>
              </a:ext>
              <a:ext uri="{C183D7F6-B498-43B3-948B-1728B52AA6E4}">
                <adec:decorative xmlns:adec="http://schemas.microsoft.com/office/drawing/2017/decorative" val="1"/>
              </a:ext>
            </a:extLst>
          </p:cNvPr>
          <p:cNvSpPr/>
          <p:nvPr userDrawn="1"/>
        </p:nvSpPr>
        <p:spPr>
          <a:xfrm>
            <a:off x="3670416"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506A04BD-9213-47EF-B5B0-2684E430D182}"/>
              </a:ext>
              <a:ext uri="{C183D7F6-B498-43B3-948B-1728B52AA6E4}">
                <adec:decorative xmlns:adec="http://schemas.microsoft.com/office/drawing/2017/decorative" val="1"/>
              </a:ext>
            </a:extLst>
          </p:cNvPr>
          <p:cNvSpPr/>
          <p:nvPr userDrawn="1"/>
        </p:nvSpPr>
        <p:spPr>
          <a:xfrm>
            <a:off x="6419065"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7869DE2A-F897-46B0-B840-A2597892490B}"/>
              </a:ext>
              <a:ext uri="{C183D7F6-B498-43B3-948B-1728B52AA6E4}">
                <adec:decorative xmlns:adec="http://schemas.microsoft.com/office/drawing/2017/decorative" val="1"/>
              </a:ext>
            </a:extLst>
          </p:cNvPr>
          <p:cNvSpPr/>
          <p:nvPr userDrawn="1"/>
        </p:nvSpPr>
        <p:spPr>
          <a:xfrm>
            <a:off x="9171432"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2421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7" y="365760"/>
            <a:ext cx="10515600"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914400"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914400"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7" name="Content Placeholder 6">
            <a:extLst>
              <a:ext uri="{FF2B5EF4-FFF2-40B4-BE49-F238E27FC236}">
                <a16:creationId xmlns:a16="http://schemas.microsoft.com/office/drawing/2014/main" id="{27ECF580-8E4E-43A8-957B-F86F1C61ADA4}"/>
              </a:ext>
            </a:extLst>
          </p:cNvPr>
          <p:cNvSpPr>
            <a:spLocks noGrp="1"/>
          </p:cNvSpPr>
          <p:nvPr>
            <p:ph sz="quarter" idx="22" hasCustomPrompt="1"/>
          </p:nvPr>
        </p:nvSpPr>
        <p:spPr>
          <a:xfrm>
            <a:off x="914400"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0" name="Text Placeholder 10">
            <a:extLst>
              <a:ext uri="{FF2B5EF4-FFF2-40B4-BE49-F238E27FC236}">
                <a16:creationId xmlns:a16="http://schemas.microsoft.com/office/drawing/2014/main" id="{58B05749-818D-4447-958A-FEF293220AE8}"/>
              </a:ext>
            </a:extLst>
          </p:cNvPr>
          <p:cNvSpPr>
            <a:spLocks noGrp="1"/>
          </p:cNvSpPr>
          <p:nvPr>
            <p:ph type="body" sz="quarter" idx="23" hasCustomPrompt="1"/>
          </p:nvPr>
        </p:nvSpPr>
        <p:spPr>
          <a:xfrm>
            <a:off x="3602736"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1" name="Text Placeholder 12">
            <a:extLst>
              <a:ext uri="{FF2B5EF4-FFF2-40B4-BE49-F238E27FC236}">
                <a16:creationId xmlns:a16="http://schemas.microsoft.com/office/drawing/2014/main" id="{7F20B9D5-25D9-47F8-A972-A75CCB164FD5}"/>
              </a:ext>
            </a:extLst>
          </p:cNvPr>
          <p:cNvSpPr>
            <a:spLocks noGrp="1"/>
          </p:cNvSpPr>
          <p:nvPr>
            <p:ph type="body" sz="quarter" idx="24" hasCustomPrompt="1"/>
          </p:nvPr>
        </p:nvSpPr>
        <p:spPr>
          <a:xfrm>
            <a:off x="3602736"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2" name="Content Placeholder 6">
            <a:extLst>
              <a:ext uri="{FF2B5EF4-FFF2-40B4-BE49-F238E27FC236}">
                <a16:creationId xmlns:a16="http://schemas.microsoft.com/office/drawing/2014/main" id="{41B075AD-BF48-4749-9202-8150B2107377}"/>
              </a:ext>
            </a:extLst>
          </p:cNvPr>
          <p:cNvSpPr>
            <a:spLocks noGrp="1"/>
          </p:cNvSpPr>
          <p:nvPr>
            <p:ph sz="quarter" idx="25" hasCustomPrompt="1"/>
          </p:nvPr>
        </p:nvSpPr>
        <p:spPr>
          <a:xfrm>
            <a:off x="3603626"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95B953E6-3C98-4798-A4E9-1B1440A15A51}"/>
              </a:ext>
            </a:extLst>
          </p:cNvPr>
          <p:cNvSpPr>
            <a:spLocks noGrp="1"/>
          </p:cNvSpPr>
          <p:nvPr>
            <p:ph type="body" sz="quarter" idx="26" hasCustomPrompt="1"/>
          </p:nvPr>
        </p:nvSpPr>
        <p:spPr>
          <a:xfrm>
            <a:off x="8982077"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4" name="Text Placeholder 12">
            <a:extLst>
              <a:ext uri="{FF2B5EF4-FFF2-40B4-BE49-F238E27FC236}">
                <a16:creationId xmlns:a16="http://schemas.microsoft.com/office/drawing/2014/main" id="{65B3E813-F032-4E15-B3D8-B0B967E18400}"/>
              </a:ext>
            </a:extLst>
          </p:cNvPr>
          <p:cNvSpPr>
            <a:spLocks noGrp="1"/>
          </p:cNvSpPr>
          <p:nvPr>
            <p:ph type="body" sz="quarter" idx="27" hasCustomPrompt="1"/>
          </p:nvPr>
        </p:nvSpPr>
        <p:spPr>
          <a:xfrm>
            <a:off x="8982077"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5" name="Content Placeholder 6">
            <a:extLst>
              <a:ext uri="{FF2B5EF4-FFF2-40B4-BE49-F238E27FC236}">
                <a16:creationId xmlns:a16="http://schemas.microsoft.com/office/drawing/2014/main" id="{3A1AE7A9-C278-4553-BA87-9A37448FE965}"/>
              </a:ext>
            </a:extLst>
          </p:cNvPr>
          <p:cNvSpPr>
            <a:spLocks noGrp="1"/>
          </p:cNvSpPr>
          <p:nvPr>
            <p:ph sz="quarter" idx="28" hasCustomPrompt="1"/>
          </p:nvPr>
        </p:nvSpPr>
        <p:spPr>
          <a:xfrm>
            <a:off x="8982077"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6" name="Text Placeholder 10">
            <a:extLst>
              <a:ext uri="{FF2B5EF4-FFF2-40B4-BE49-F238E27FC236}">
                <a16:creationId xmlns:a16="http://schemas.microsoft.com/office/drawing/2014/main" id="{1408D2FA-A2B1-4447-8C50-0F16D70CE9D2}"/>
              </a:ext>
            </a:extLst>
          </p:cNvPr>
          <p:cNvSpPr>
            <a:spLocks noGrp="1"/>
          </p:cNvSpPr>
          <p:nvPr>
            <p:ph type="body" sz="quarter" idx="29" hasCustomPrompt="1"/>
          </p:nvPr>
        </p:nvSpPr>
        <p:spPr>
          <a:xfrm>
            <a:off x="6291072"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7" name="Text Placeholder 12">
            <a:extLst>
              <a:ext uri="{FF2B5EF4-FFF2-40B4-BE49-F238E27FC236}">
                <a16:creationId xmlns:a16="http://schemas.microsoft.com/office/drawing/2014/main" id="{68834F1C-0151-4D96-9804-08CAEEDB3495}"/>
              </a:ext>
            </a:extLst>
          </p:cNvPr>
          <p:cNvSpPr>
            <a:spLocks noGrp="1"/>
          </p:cNvSpPr>
          <p:nvPr>
            <p:ph type="body" sz="quarter" idx="30" hasCustomPrompt="1"/>
          </p:nvPr>
        </p:nvSpPr>
        <p:spPr>
          <a:xfrm>
            <a:off x="6291072"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8" name="Content Placeholder 6">
            <a:extLst>
              <a:ext uri="{FF2B5EF4-FFF2-40B4-BE49-F238E27FC236}">
                <a16:creationId xmlns:a16="http://schemas.microsoft.com/office/drawing/2014/main" id="{DB26BE5E-69FC-43BF-BD74-25B62546B252}"/>
              </a:ext>
            </a:extLst>
          </p:cNvPr>
          <p:cNvSpPr>
            <a:spLocks noGrp="1"/>
          </p:cNvSpPr>
          <p:nvPr>
            <p:ph sz="quarter" idx="31" hasCustomPrompt="1"/>
          </p:nvPr>
        </p:nvSpPr>
        <p:spPr>
          <a:xfrm>
            <a:off x="6292852"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9" name="Text Placeholder 12">
            <a:extLst>
              <a:ext uri="{FF2B5EF4-FFF2-40B4-BE49-F238E27FC236}">
                <a16:creationId xmlns:a16="http://schemas.microsoft.com/office/drawing/2014/main" id="{E9D71C6C-8090-42D9-AA7D-9D858A089829}"/>
              </a:ext>
            </a:extLst>
          </p:cNvPr>
          <p:cNvSpPr>
            <a:spLocks noGrp="1"/>
          </p:cNvSpPr>
          <p:nvPr>
            <p:ph type="body" sz="quarter" idx="32" hasCustomPrompt="1"/>
          </p:nvPr>
        </p:nvSpPr>
        <p:spPr>
          <a:xfrm>
            <a:off x="914400"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0" name="Text Placeholder 12">
            <a:extLst>
              <a:ext uri="{FF2B5EF4-FFF2-40B4-BE49-F238E27FC236}">
                <a16:creationId xmlns:a16="http://schemas.microsoft.com/office/drawing/2014/main" id="{ADBCB0A2-01FA-4A56-9187-2141478D277E}"/>
              </a:ext>
            </a:extLst>
          </p:cNvPr>
          <p:cNvSpPr>
            <a:spLocks noGrp="1"/>
          </p:cNvSpPr>
          <p:nvPr>
            <p:ph type="body" sz="quarter" idx="33" hasCustomPrompt="1"/>
          </p:nvPr>
        </p:nvSpPr>
        <p:spPr>
          <a:xfrm>
            <a:off x="3602736"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1" name="Text Placeholder 12">
            <a:extLst>
              <a:ext uri="{FF2B5EF4-FFF2-40B4-BE49-F238E27FC236}">
                <a16:creationId xmlns:a16="http://schemas.microsoft.com/office/drawing/2014/main" id="{A8DA037D-3115-4D06-B62B-8B2361C1B73D}"/>
              </a:ext>
            </a:extLst>
          </p:cNvPr>
          <p:cNvSpPr>
            <a:spLocks noGrp="1"/>
          </p:cNvSpPr>
          <p:nvPr>
            <p:ph type="body" sz="quarter" idx="34" hasCustomPrompt="1"/>
          </p:nvPr>
        </p:nvSpPr>
        <p:spPr>
          <a:xfrm>
            <a:off x="8982077"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2" name="Text Placeholder 12">
            <a:extLst>
              <a:ext uri="{FF2B5EF4-FFF2-40B4-BE49-F238E27FC236}">
                <a16:creationId xmlns:a16="http://schemas.microsoft.com/office/drawing/2014/main" id="{2CE21E27-DF2A-4809-8004-DBD3CB8C9D75}"/>
              </a:ext>
            </a:extLst>
          </p:cNvPr>
          <p:cNvSpPr>
            <a:spLocks noGrp="1"/>
          </p:cNvSpPr>
          <p:nvPr>
            <p:ph type="body" sz="quarter" idx="35" hasCustomPrompt="1"/>
          </p:nvPr>
        </p:nvSpPr>
        <p:spPr>
          <a:xfrm>
            <a:off x="6291072"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162866831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F1B0119-8B53-4329-89FD-7688250A12F9}"/>
              </a:ext>
            </a:extLst>
          </p:cNvPr>
          <p:cNvSpPr>
            <a:spLocks noGrp="1"/>
          </p:cNvSpPr>
          <p:nvPr>
            <p:ph type="pic" sz="quarter" idx="13"/>
          </p:nvPr>
        </p:nvSpPr>
        <p:spPr>
          <a:xfrm>
            <a:off x="458724" y="481369"/>
            <a:ext cx="11274552" cy="2743200"/>
          </a:xfrm>
          <a:custGeom>
            <a:avLst/>
            <a:gdLst>
              <a:gd name="connsiteX0" fmla="*/ 0 w 11274552"/>
              <a:gd name="connsiteY0" fmla="*/ 0 h 2743200"/>
              <a:gd name="connsiteX1" fmla="*/ 11274552 w 11274552"/>
              <a:gd name="connsiteY1" fmla="*/ 0 h 2743200"/>
              <a:gd name="connsiteX2" fmla="*/ 11274552 w 11274552"/>
              <a:gd name="connsiteY2" fmla="*/ 2743200 h 2743200"/>
              <a:gd name="connsiteX3" fmla="*/ 5730217 w 11274552"/>
              <a:gd name="connsiteY3" fmla="*/ 2743200 h 2743200"/>
              <a:gd name="connsiteX4" fmla="*/ 5730217 w 11274552"/>
              <a:gd name="connsiteY4" fmla="*/ 1118831 h 2743200"/>
              <a:gd name="connsiteX5" fmla="*/ 5522399 w 11274552"/>
              <a:gd name="connsiteY5" fmla="*/ 1118831 h 2743200"/>
              <a:gd name="connsiteX6" fmla="*/ 5522399 w 11274552"/>
              <a:gd name="connsiteY6" fmla="*/ 2743200 h 2743200"/>
              <a:gd name="connsiteX7" fmla="*/ 0 w 11274552"/>
              <a:gd name="connsiteY7"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552" h="2743200">
                <a:moveTo>
                  <a:pt x="0" y="0"/>
                </a:moveTo>
                <a:lnTo>
                  <a:pt x="11274552" y="0"/>
                </a:lnTo>
                <a:lnTo>
                  <a:pt x="11274552" y="2743200"/>
                </a:lnTo>
                <a:lnTo>
                  <a:pt x="5730217" y="2743200"/>
                </a:lnTo>
                <a:lnTo>
                  <a:pt x="5730217" y="1118831"/>
                </a:lnTo>
                <a:lnTo>
                  <a:pt x="5522399" y="1118831"/>
                </a:lnTo>
                <a:lnTo>
                  <a:pt x="5522399" y="2743200"/>
                </a:lnTo>
                <a:lnTo>
                  <a:pt x="0" y="27432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592386"/>
            <a:ext cx="4572000" cy="1325563"/>
          </a:xfrm>
        </p:spPr>
        <p:txBody>
          <a:bodyPr anchor="t" anchorCtr="0"/>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6489391" y="3546349"/>
            <a:ext cx="5248656" cy="1920240"/>
          </a:xfrm>
        </p:spPr>
        <p:txBody>
          <a:bodyPr>
            <a:no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1" name="Rectangle 10">
            <a:extLst>
              <a:ext uri="{FF2B5EF4-FFF2-40B4-BE49-F238E27FC236}">
                <a16:creationId xmlns:a16="http://schemas.microsoft.com/office/drawing/2014/main" id="{95C8E637-78B0-4855-A6B1-C2DE56F3644F}"/>
              </a:ext>
              <a:ext uri="{C183D7F6-B498-43B3-948B-1728B52AA6E4}">
                <adec:decorative xmlns:adec="http://schemas.microsoft.com/office/drawing/2017/decorative" val="1"/>
              </a:ext>
            </a:extLst>
          </p:cNvPr>
          <p:cNvSpPr/>
          <p:nvPr userDrawn="1"/>
        </p:nvSpPr>
        <p:spPr>
          <a:xfrm>
            <a:off x="5981123" y="1600200"/>
            <a:ext cx="207818"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2">
            <a:extLst>
              <a:ext uri="{FF2B5EF4-FFF2-40B4-BE49-F238E27FC236}">
                <a16:creationId xmlns:a16="http://schemas.microsoft.com/office/drawing/2014/main" id="{89A89CDF-EE53-4D5A-BA2F-B21F454E10AE}"/>
              </a:ext>
            </a:extLst>
          </p:cNvPr>
          <p:cNvSpPr>
            <a:spLocks noGrp="1"/>
          </p:cNvSpPr>
          <p:nvPr>
            <p:ph type="body" sz="quarter" idx="14" hasCustomPrompt="1"/>
          </p:nvPr>
        </p:nvSpPr>
        <p:spPr>
          <a:xfrm>
            <a:off x="5239512" y="5503164"/>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Summary</a:t>
            </a:r>
          </a:p>
        </p:txBody>
      </p:sp>
    </p:spTree>
    <p:extLst>
      <p:ext uri="{BB962C8B-B14F-4D97-AF65-F5344CB8AC3E}">
        <p14:creationId xmlns:p14="http://schemas.microsoft.com/office/powerpoint/2010/main" val="426679093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4ED48F4-DBCF-44E9-BDD6-E6E63CAB735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3423562 h 6858000"/>
              <a:gd name="connsiteX3" fmla="*/ 7502172 w 12188952"/>
              <a:gd name="connsiteY3" fmla="*/ 3423562 h 6858000"/>
              <a:gd name="connsiteX4" fmla="*/ 7502172 w 12188952"/>
              <a:gd name="connsiteY4" fmla="*/ 3652162 h 6858000"/>
              <a:gd name="connsiteX5" fmla="*/ 12188952 w 12188952"/>
              <a:gd name="connsiteY5" fmla="*/ 3652162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3423562"/>
                </a:lnTo>
                <a:lnTo>
                  <a:pt x="7502172" y="3423562"/>
                </a:lnTo>
                <a:lnTo>
                  <a:pt x="7502172" y="3652162"/>
                </a:lnTo>
                <a:lnTo>
                  <a:pt x="12188952" y="3652162"/>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9" name="Content Placeholder 2">
            <a:extLst>
              <a:ext uri="{FF2B5EF4-FFF2-40B4-BE49-F238E27FC236}">
                <a16:creationId xmlns:a16="http://schemas.microsoft.com/office/drawing/2014/main" id="{77D5655F-601C-49CF-925B-4467144804D6}"/>
              </a:ext>
            </a:extLst>
          </p:cNvPr>
          <p:cNvSpPr>
            <a:spLocks noGrp="1"/>
          </p:cNvSpPr>
          <p:nvPr>
            <p:ph idx="14" hasCustomPrompt="1"/>
          </p:nvPr>
        </p:nvSpPr>
        <p:spPr>
          <a:xfrm>
            <a:off x="7467603" y="4681728"/>
            <a:ext cx="3838731" cy="1645920"/>
          </a:xfrm>
        </p:spPr>
        <p:txBody>
          <a:bodyPr>
            <a:normAutofit/>
          </a:bodyPr>
          <a:lstStyle>
            <a:lvl1pPr marL="0" indent="0">
              <a:lnSpc>
                <a:spcPct val="100000"/>
              </a:lnSpc>
              <a:buNone/>
              <a:defRPr sz="1400">
                <a:solidFill>
                  <a:schemeClr val="bg1"/>
                </a:solidFill>
              </a:defRPr>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12" name="Rectangle 11">
            <a:extLst>
              <a:ext uri="{FF2B5EF4-FFF2-40B4-BE49-F238E27FC236}">
                <a16:creationId xmlns:a16="http://schemas.microsoft.com/office/drawing/2014/main" id="{53A4EE02-E082-4906-9F26-21DA131BE270}"/>
              </a:ext>
              <a:ext uri="{C183D7F6-B498-43B3-948B-1728B52AA6E4}">
                <adec:decorative xmlns:adec="http://schemas.microsoft.com/office/drawing/2017/decorative" val="1"/>
              </a:ext>
            </a:extLst>
          </p:cNvPr>
          <p:cNvSpPr/>
          <p:nvPr userDrawn="1"/>
        </p:nvSpPr>
        <p:spPr>
          <a:xfrm>
            <a:off x="7503696" y="3423562"/>
            <a:ext cx="46867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49F40A-2F72-4059-80C0-FD3038B0C3D5}"/>
              </a:ext>
            </a:extLst>
          </p:cNvPr>
          <p:cNvSpPr>
            <a:spLocks noGrp="1"/>
          </p:cNvSpPr>
          <p:nvPr>
            <p:ph type="title"/>
          </p:nvPr>
        </p:nvSpPr>
        <p:spPr>
          <a:xfrm>
            <a:off x="7465854" y="3941064"/>
            <a:ext cx="3840480" cy="640080"/>
          </a:xfrm>
        </p:spPr>
        <p:txBody>
          <a:bodyPr anchor="t"/>
          <a:lstStyle>
            <a:lvl1pPr>
              <a:spcBef>
                <a:spcPts val="1000"/>
              </a:spcBef>
              <a:defRPr cap="all"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31765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A79566-C1F8-443D-A135-C668898477AE}"/>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035CF363-F733-460B-9E71-BF70442AC396}"/>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A3B0FA47-58F4-4B95-AD52-4EFE7977ACE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489493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197C18-82B5-4EB5-9010-63FFB7F53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9888139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5D6D-4906-4DAB-B1BA-9436026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975A10-62C2-4D29-B192-A142562FE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3B58235-2C90-48E1-8A68-7413F7839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CAF9B-D406-4E4F-B804-AF188F651834}"/>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47E5FF7C-B4CA-48C1-B1A5-2AA329D34317}"/>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6AAABB43-2086-4CDB-B2A4-E51E7D83C75B}"/>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547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85" r:id="rId4"/>
    <p:sldLayoutId id="2147483650" r:id="rId5"/>
    <p:sldLayoutId id="2147483669" r:id="rId6"/>
    <p:sldLayoutId id="2147483651" r:id="rId7"/>
    <p:sldLayoutId id="2147483671" r:id="rId8"/>
    <p:sldLayoutId id="2147483683" r:id="rId9"/>
    <p:sldLayoutId id="2147483687" r:id="rId10"/>
    <p:sldLayoutId id="2147483672" r:id="rId11"/>
    <p:sldLayoutId id="2147483680" r:id="rId12"/>
    <p:sldLayoutId id="2147483678" r:id="rId13"/>
    <p:sldLayoutId id="2147483653" r:id="rId14"/>
    <p:sldLayoutId id="2147483677" r:id="rId15"/>
    <p:sldLayoutId id="2147483673" r:id="rId16"/>
    <p:sldLayoutId id="2147483654" r:id="rId17"/>
    <p:sldLayoutId id="2147483674" r:id="rId18"/>
    <p:sldLayoutId id="2147483675" r:id="rId19"/>
    <p:sldLayoutId id="2147483676" r:id="rId20"/>
    <p:sldLayoutId id="2147483668" r:id="rId21"/>
    <p:sldLayoutId id="2147483652" r:id="rId22"/>
    <p:sldLayoutId id="2147483656" r:id="rId23"/>
    <p:sldLayoutId id="2147483657" r:id="rId2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36" userDrawn="1">
          <p15:clr>
            <a:srgbClr val="5ACBF0"/>
          </p15:clr>
        </p15:guide>
        <p15:guide id="2" pos="2568" userDrawn="1">
          <p15:clr>
            <a:srgbClr val="5ACBF0"/>
          </p15:clr>
        </p15:guide>
        <p15:guide id="3" pos="5760" userDrawn="1">
          <p15:clr>
            <a:srgbClr val="F26B43"/>
          </p15:clr>
        </p15:guide>
        <p15:guide id="4" pos="1920" userDrawn="1">
          <p15:clr>
            <a:srgbClr val="F26B43"/>
          </p15:clr>
        </p15:guide>
        <p15:guide id="5" pos="3840" userDrawn="1">
          <p15:clr>
            <a:srgbClr val="F26B43"/>
          </p15:clr>
        </p15:guide>
        <p15:guide id="6" pos="576" userDrawn="1">
          <p15:clr>
            <a:srgbClr val="000000"/>
          </p15:clr>
        </p15:guide>
        <p15:guide id="7" pos="7104"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youtu.be/ELXB5Kzanh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bridge and cables">
            <a:extLst>
              <a:ext uri="{FF2B5EF4-FFF2-40B4-BE49-F238E27FC236}">
                <a16:creationId xmlns:a16="http://schemas.microsoft.com/office/drawing/2014/main" id="{96D6DE01-D902-4482-9C44-25411826C9A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7" name="Title 6">
            <a:extLst>
              <a:ext uri="{FF2B5EF4-FFF2-40B4-BE49-F238E27FC236}">
                <a16:creationId xmlns:a16="http://schemas.microsoft.com/office/drawing/2014/main" id="{9C522CE7-8601-4799-A188-72F4C128D33A}"/>
              </a:ext>
            </a:extLst>
          </p:cNvPr>
          <p:cNvSpPr>
            <a:spLocks noGrp="1"/>
          </p:cNvSpPr>
          <p:nvPr>
            <p:ph type="ctrTitle"/>
          </p:nvPr>
        </p:nvSpPr>
        <p:spPr>
          <a:xfrm>
            <a:off x="1863131" y="1547447"/>
            <a:ext cx="9144000" cy="1131774"/>
          </a:xfrm>
        </p:spPr>
        <p:txBody>
          <a:bodyPr anchor="b">
            <a:normAutofit fontScale="90000"/>
          </a:bodyPr>
          <a:lstStyle/>
          <a:p>
            <a:r>
              <a:rPr lang="en-US" dirty="0"/>
              <a:t>Controlled E-Commerce Product Image Generation Using Stable Diffusion</a:t>
            </a:r>
          </a:p>
        </p:txBody>
      </p:sp>
      <p:sp>
        <p:nvSpPr>
          <p:cNvPr id="5" name="Text Placeholder 4">
            <a:extLst>
              <a:ext uri="{FF2B5EF4-FFF2-40B4-BE49-F238E27FC236}">
                <a16:creationId xmlns:a16="http://schemas.microsoft.com/office/drawing/2014/main" id="{3B95A575-4944-44FE-8343-886F3F62894C}"/>
              </a:ext>
            </a:extLst>
          </p:cNvPr>
          <p:cNvSpPr>
            <a:spLocks noGrp="1"/>
          </p:cNvSpPr>
          <p:nvPr>
            <p:ph type="body" sz="quarter" idx="13"/>
          </p:nvPr>
        </p:nvSpPr>
        <p:spPr>
          <a:xfrm>
            <a:off x="841248" y="5742432"/>
            <a:ext cx="7953375" cy="457200"/>
          </a:xfrm>
        </p:spPr>
        <p:txBody>
          <a:bodyPr/>
          <a:lstStyle/>
          <a:p>
            <a:r>
              <a:rPr lang="en-US" dirty="0"/>
              <a:t>Ibrahim Alborno</a:t>
            </a:r>
            <a:br>
              <a:rPr lang="en-US" dirty="0"/>
            </a:br>
            <a:r>
              <a:rPr lang="en-US" dirty="0"/>
              <a:t>CS 5542 – Quiz Challenge-1</a:t>
            </a:r>
            <a:br>
              <a:rPr lang="en-US" dirty="0"/>
            </a:br>
            <a:r>
              <a:rPr lang="en-US" dirty="0"/>
              <a:t>April 20, 2026</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photo of person using laptop">
            <a:extLst>
              <a:ext uri="{FF2B5EF4-FFF2-40B4-BE49-F238E27FC236}">
                <a16:creationId xmlns:a16="http://schemas.microsoft.com/office/drawing/2014/main" id="{580459A6-74F1-49C9-B51B-9878E21EB18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228600" y="0"/>
            <a:ext cx="11961813" cy="6858000"/>
          </a:xfrm>
        </p:spPr>
      </p:pic>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838199" y="2578608"/>
            <a:ext cx="4297680" cy="914400"/>
          </a:xfrm>
        </p:spPr>
        <p:txBody>
          <a:bodyPr anchor="b" anchorCtr="0">
            <a:normAutofit fontScale="90000"/>
          </a:bodyPr>
          <a:lstStyle/>
          <a:p>
            <a:r>
              <a:rPr lang="en-US" dirty="0"/>
              <a:t>Scenario Description</a:t>
            </a:r>
            <a:endParaRPr lang="en-ZA" dirty="0"/>
          </a:p>
        </p:txBody>
      </p:sp>
      <p:sp>
        <p:nvSpPr>
          <p:cNvPr id="3" name="Subtitle 2">
            <a:extLst>
              <a:ext uri="{FF2B5EF4-FFF2-40B4-BE49-F238E27FC236}">
                <a16:creationId xmlns:a16="http://schemas.microsoft.com/office/drawing/2014/main" id="{35E3EA69-4E0E-41BD-8095-A124225A2647}"/>
              </a:ext>
            </a:extLst>
          </p:cNvPr>
          <p:cNvSpPr>
            <a:spLocks noGrp="1"/>
          </p:cNvSpPr>
          <p:nvPr>
            <p:ph idx="1"/>
          </p:nvPr>
        </p:nvSpPr>
        <p:spPr>
          <a:xfrm>
            <a:off x="838199" y="3721608"/>
            <a:ext cx="4297680" cy="2286000"/>
          </a:xfrm>
        </p:spPr>
        <p:txBody>
          <a:bodyPr vert="horz" lIns="91440" tIns="45720" rIns="91440" bIns="45720" rtlCol="0" anchor="t">
            <a:normAutofit/>
          </a:bodyPr>
          <a:lstStyle/>
          <a:p>
            <a:r>
              <a:rPr lang="en-US" dirty="0"/>
              <a:t>This project focuses on e-commerce product image generation using Stable Diffusion. The goal is to generate product images from structured metadata such as title, category, and attributes. This is useful because online stores need clean, high-quality product visuals, and generative AI can help automate that process.</a:t>
            </a:r>
          </a:p>
        </p:txBody>
      </p:sp>
      <p:sp>
        <p:nvSpPr>
          <p:cNvPr id="32" name="Date Placeholder 31">
            <a:extLst>
              <a:ext uri="{FF2B5EF4-FFF2-40B4-BE49-F238E27FC236}">
                <a16:creationId xmlns:a16="http://schemas.microsoft.com/office/drawing/2014/main" id="{749385CE-DFA8-4194-94B1-676D83777168}"/>
              </a:ext>
            </a:extLst>
          </p:cNvPr>
          <p:cNvSpPr>
            <a:spLocks noGrp="1"/>
          </p:cNvSpPr>
          <p:nvPr>
            <p:ph type="dt" sz="half" idx="10"/>
          </p:nvPr>
        </p:nvSpPr>
        <p:spPr>
          <a:xfrm>
            <a:off x="838200" y="6356350"/>
            <a:ext cx="2743200" cy="365125"/>
          </a:xfrm>
        </p:spPr>
        <p:txBody>
          <a:bodyPr/>
          <a:lstStyle/>
          <a:p>
            <a:r>
              <a:rPr lang="en-US" dirty="0"/>
              <a:t>4/20/2026</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lstStyle/>
          <a:p>
            <a:fld id="{19B51A1E-902D-48AF-9020-955120F399B6}" type="slidenum">
              <a:rPr lang="en-ZA" smtClean="0"/>
              <a:pPr/>
              <a:t>2</a:t>
            </a:fld>
            <a:endParaRPr lang="en-ZA" dirty="0"/>
          </a:p>
        </p:txBody>
      </p:sp>
    </p:spTree>
    <p:extLst>
      <p:ext uri="{BB962C8B-B14F-4D97-AF65-F5344CB8AC3E}">
        <p14:creationId xmlns:p14="http://schemas.microsoft.com/office/powerpoint/2010/main" val="83173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image of bar graphs">
            <a:extLst>
              <a:ext uri="{FF2B5EF4-FFF2-40B4-BE49-F238E27FC236}">
                <a16:creationId xmlns:a16="http://schemas.microsoft.com/office/drawing/2014/main" id="{B1240E7A-9EE3-4AD7-AC70-53A1C0C7D52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914400" y="365125"/>
            <a:ext cx="8562475" cy="1325563"/>
          </a:xfrm>
        </p:spPr>
        <p:txBody>
          <a:bodyPr/>
          <a:lstStyle/>
          <a:p>
            <a:r>
              <a:rPr lang="en-US" dirty="0"/>
              <a:t>Dataset / Input Data</a:t>
            </a:r>
          </a:p>
        </p:txBody>
      </p:sp>
      <p:sp>
        <p:nvSpPr>
          <p:cNvPr id="41" name="Text Placeholder 40">
            <a:extLst>
              <a:ext uri="{FF2B5EF4-FFF2-40B4-BE49-F238E27FC236}">
                <a16:creationId xmlns:a16="http://schemas.microsoft.com/office/drawing/2014/main" id="{96363A03-E425-4DF0-A245-F0EEE2D0431D}"/>
              </a:ext>
            </a:extLst>
          </p:cNvPr>
          <p:cNvSpPr>
            <a:spLocks noGrp="1"/>
          </p:cNvSpPr>
          <p:nvPr>
            <p:ph type="body" sz="quarter" idx="25"/>
          </p:nvPr>
        </p:nvSpPr>
        <p:spPr>
          <a:xfrm>
            <a:off x="0" y="1465263"/>
            <a:ext cx="10026650" cy="4754562"/>
          </a:xfrm>
        </p:spPr>
        <p:txBody>
          <a:bodyPr/>
          <a:lstStyle/>
          <a:p>
            <a:r>
              <a:rPr lang="en-US" b="1" dirty="0">
                <a:solidFill>
                  <a:schemeClr val="tx1"/>
                </a:solidFill>
              </a:rPr>
              <a:t>This project uses a small structured metadata dataset with three sample products:</a:t>
            </a:r>
          </a:p>
        </p:txBody>
      </p:sp>
      <p:sp>
        <p:nvSpPr>
          <p:cNvPr id="44" name="Text Placeholder 43">
            <a:extLst>
              <a:ext uri="{FF2B5EF4-FFF2-40B4-BE49-F238E27FC236}">
                <a16:creationId xmlns:a16="http://schemas.microsoft.com/office/drawing/2014/main" id="{980B2038-1B53-491E-BC2F-148E99EFDBB8}"/>
              </a:ext>
            </a:extLst>
          </p:cNvPr>
          <p:cNvSpPr>
            <a:spLocks noGrp="1"/>
          </p:cNvSpPr>
          <p:nvPr>
            <p:ph type="body" sz="quarter" idx="15"/>
          </p:nvPr>
        </p:nvSpPr>
        <p:spPr>
          <a:xfrm>
            <a:off x="914399" y="2486216"/>
            <a:ext cx="3886200" cy="914400"/>
          </a:xfrm>
        </p:spPr>
        <p:txBody>
          <a:bodyPr/>
          <a:lstStyle/>
          <a:p>
            <a:pPr marL="285750" indent="-285750">
              <a:buFont typeface="Arial" panose="020B0604020202020204" pitchFamily="34" charset="0"/>
              <a:buChar char="•"/>
            </a:pPr>
            <a:r>
              <a:rPr lang="en-US" dirty="0"/>
              <a:t>Men’s Running Shoes</a:t>
            </a:r>
          </a:p>
          <a:p>
            <a:pPr marL="285750" indent="-285750">
              <a:buFont typeface="Arial" panose="020B0604020202020204" pitchFamily="34" charset="0"/>
              <a:buChar char="•"/>
            </a:pPr>
            <a:r>
              <a:rPr lang="en-US" dirty="0"/>
              <a:t>Women’s Leather Handbag</a:t>
            </a:r>
          </a:p>
          <a:p>
            <a:pPr marL="285750" indent="-285750">
              <a:buFont typeface="Arial" panose="020B0604020202020204" pitchFamily="34" charset="0"/>
              <a:buChar char="•"/>
            </a:pPr>
            <a:r>
              <a:rPr lang="en-US" dirty="0"/>
              <a:t>Minimalist Ceramic Coffee Mug</a:t>
            </a:r>
          </a:p>
        </p:txBody>
      </p:sp>
      <p:sp>
        <p:nvSpPr>
          <p:cNvPr id="149" name="Date Placeholder 148">
            <a:extLst>
              <a:ext uri="{FF2B5EF4-FFF2-40B4-BE49-F238E27FC236}">
                <a16:creationId xmlns:a16="http://schemas.microsoft.com/office/drawing/2014/main" id="{9598B89F-8751-4A36-9936-166C165858EF}"/>
              </a:ext>
            </a:extLst>
          </p:cNvPr>
          <p:cNvSpPr>
            <a:spLocks noGrp="1"/>
          </p:cNvSpPr>
          <p:nvPr>
            <p:ph type="dt" sz="half" idx="10"/>
          </p:nvPr>
        </p:nvSpPr>
        <p:spPr>
          <a:xfrm>
            <a:off x="838200" y="6356350"/>
            <a:ext cx="2743200" cy="365125"/>
          </a:xfrm>
        </p:spPr>
        <p:txBody>
          <a:bodyPr/>
          <a:lstStyle/>
          <a:p>
            <a:r>
              <a:rPr lang="en-US" dirty="0"/>
              <a:t>4/20/2026</a:t>
            </a:r>
          </a:p>
        </p:txBody>
      </p:sp>
      <p:sp>
        <p:nvSpPr>
          <p:cNvPr id="30" name="TextBox 29">
            <a:extLst>
              <a:ext uri="{FF2B5EF4-FFF2-40B4-BE49-F238E27FC236}">
                <a16:creationId xmlns:a16="http://schemas.microsoft.com/office/drawing/2014/main" id="{8A04096D-51F8-4B44-B775-302DD4CE10A9}"/>
              </a:ext>
            </a:extLst>
          </p:cNvPr>
          <p:cNvSpPr txBox="1"/>
          <p:nvPr/>
        </p:nvSpPr>
        <p:spPr>
          <a:xfrm>
            <a:off x="838200" y="3457385"/>
            <a:ext cx="8232114" cy="369332"/>
          </a:xfrm>
          <a:prstGeom prst="rect">
            <a:avLst/>
          </a:prstGeom>
          <a:noFill/>
        </p:spPr>
        <p:txBody>
          <a:bodyPr wrap="square" rtlCol="0">
            <a:spAutoFit/>
          </a:bodyPr>
          <a:lstStyle/>
          <a:p>
            <a:r>
              <a:rPr lang="en-US" dirty="0">
                <a:latin typeface="+mj-lt"/>
              </a:rPr>
              <a:t>Each product includes:</a:t>
            </a:r>
          </a:p>
        </p:txBody>
      </p:sp>
      <p:sp>
        <p:nvSpPr>
          <p:cNvPr id="31" name="TextBox 30">
            <a:extLst>
              <a:ext uri="{FF2B5EF4-FFF2-40B4-BE49-F238E27FC236}">
                <a16:creationId xmlns:a16="http://schemas.microsoft.com/office/drawing/2014/main" id="{FEDCDB9E-F4F5-D28B-DE57-A1299BF53158}"/>
              </a:ext>
            </a:extLst>
          </p:cNvPr>
          <p:cNvSpPr txBox="1"/>
          <p:nvPr/>
        </p:nvSpPr>
        <p:spPr>
          <a:xfrm>
            <a:off x="914399" y="3842544"/>
            <a:ext cx="304465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title </a:t>
            </a:r>
          </a:p>
          <a:p>
            <a:pPr marL="285750" indent="-285750">
              <a:buFont typeface="Arial" panose="020B0604020202020204" pitchFamily="34" charset="0"/>
              <a:buChar char="•"/>
            </a:pPr>
            <a:r>
              <a:rPr lang="en-US" sz="1400" dirty="0"/>
              <a:t>category </a:t>
            </a:r>
          </a:p>
          <a:p>
            <a:pPr marL="285750" indent="-285750">
              <a:buFont typeface="Arial" panose="020B0604020202020204" pitchFamily="34" charset="0"/>
              <a:buChar char="•"/>
            </a:pPr>
            <a:r>
              <a:rPr lang="en-US" sz="1400" dirty="0"/>
              <a:t>attributes </a:t>
            </a:r>
          </a:p>
          <a:p>
            <a:pPr marL="285750" indent="-285750">
              <a:buFont typeface="Arial" panose="020B0604020202020204" pitchFamily="34" charset="0"/>
              <a:buChar char="•"/>
            </a:pPr>
            <a:r>
              <a:rPr lang="en-US" sz="1400" dirty="0"/>
              <a:t>style </a:t>
            </a:r>
          </a:p>
          <a:p>
            <a:pPr marL="285750" indent="-285750">
              <a:buFont typeface="Arial" panose="020B0604020202020204" pitchFamily="34" charset="0"/>
              <a:buChar char="•"/>
            </a:pPr>
            <a:r>
              <a:rPr lang="en-US" sz="1400" dirty="0"/>
              <a:t>background </a:t>
            </a:r>
          </a:p>
          <a:p>
            <a:endParaRPr lang="en-US" sz="1400" dirty="0"/>
          </a:p>
        </p:txBody>
      </p:sp>
    </p:spTree>
    <p:extLst>
      <p:ext uri="{BB962C8B-B14F-4D97-AF65-F5344CB8AC3E}">
        <p14:creationId xmlns:p14="http://schemas.microsoft.com/office/powerpoint/2010/main" val="323836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6155363" y="365125"/>
            <a:ext cx="5103007" cy="1325563"/>
          </a:xfrm>
        </p:spPr>
        <p:txBody>
          <a:bodyPr/>
          <a:lstStyle/>
          <a:p>
            <a:r>
              <a:rPr lang="en-US" dirty="0"/>
              <a:t>Methodology</a:t>
            </a:r>
          </a:p>
        </p:txBody>
      </p:sp>
      <p:pic>
        <p:nvPicPr>
          <p:cNvPr id="7" name="Picture Placeholder 6" descr="Man working on laptop sitting by the window">
            <a:extLst>
              <a:ext uri="{FF2B5EF4-FFF2-40B4-BE49-F238E27FC236}">
                <a16:creationId xmlns:a16="http://schemas.microsoft.com/office/drawing/2014/main" id="{32F765DF-EED6-463B-813A-9D13C1F8490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933630" y="548640"/>
            <a:ext cx="4389120" cy="5760720"/>
          </a:xfrm>
        </p:spPr>
      </p:pic>
      <p:sp>
        <p:nvSpPr>
          <p:cNvPr id="21" name="Text Placeholder 20">
            <a:extLst>
              <a:ext uri="{FF2B5EF4-FFF2-40B4-BE49-F238E27FC236}">
                <a16:creationId xmlns:a16="http://schemas.microsoft.com/office/drawing/2014/main" id="{43DDEB93-8628-4CD2-969D-1108E86844B5}"/>
              </a:ext>
            </a:extLst>
          </p:cNvPr>
          <p:cNvSpPr>
            <a:spLocks noGrp="1"/>
          </p:cNvSpPr>
          <p:nvPr>
            <p:ph type="body" sz="quarter" idx="15"/>
          </p:nvPr>
        </p:nvSpPr>
        <p:spPr>
          <a:xfrm>
            <a:off x="5871702" y="2060943"/>
            <a:ext cx="5120640" cy="3646520"/>
          </a:xfrm>
        </p:spPr>
        <p:txBody>
          <a:bodyPr>
            <a:noAutofit/>
          </a:bodyPr>
          <a:lstStyle/>
          <a:p>
            <a:r>
              <a:rPr lang="en-US" dirty="0"/>
              <a:t>We built a controlled image generation pipeline using Stable Diffusion. Product metadata was converted into prompts and tested using three strategies:</a:t>
            </a:r>
          </a:p>
          <a:p>
            <a:pPr marL="285750" indent="-285750">
              <a:buFont typeface="Arial" panose="020B0604020202020204" pitchFamily="34" charset="0"/>
              <a:buChar char="•"/>
            </a:pPr>
            <a:r>
              <a:rPr lang="en-US" dirty="0"/>
              <a:t>naive prompt </a:t>
            </a:r>
          </a:p>
          <a:p>
            <a:pPr marL="285750" indent="-285750">
              <a:buFont typeface="Arial" panose="020B0604020202020204" pitchFamily="34" charset="0"/>
              <a:buChar char="•"/>
            </a:pPr>
            <a:r>
              <a:rPr lang="en-US" dirty="0"/>
              <a:t>structured prompt </a:t>
            </a:r>
          </a:p>
          <a:p>
            <a:pPr marL="285750" indent="-285750">
              <a:buFont typeface="Arial" panose="020B0604020202020204" pitchFamily="34" charset="0"/>
              <a:buChar char="•"/>
            </a:pPr>
            <a:r>
              <a:rPr lang="en-US" dirty="0"/>
              <a:t>structured prompt plus negative prompt </a:t>
            </a:r>
          </a:p>
          <a:p>
            <a:endParaRPr lang="en-US" dirty="0"/>
          </a:p>
          <a:p>
            <a:r>
              <a:rPr lang="en-US" dirty="0"/>
              <a:t>The goal was to compare baseline and improved prompting strategies to see which produced better product images.</a:t>
            </a:r>
          </a:p>
          <a:p>
            <a:endParaRPr lang="en-US" dirty="0"/>
          </a:p>
        </p:txBody>
      </p:sp>
      <p:sp>
        <p:nvSpPr>
          <p:cNvPr id="50" name="Date Placeholder 49">
            <a:extLst>
              <a:ext uri="{FF2B5EF4-FFF2-40B4-BE49-F238E27FC236}">
                <a16:creationId xmlns:a16="http://schemas.microsoft.com/office/drawing/2014/main" id="{9726F8A6-61E7-497C-B12F-6E9E2C0564C8}"/>
              </a:ext>
            </a:extLst>
          </p:cNvPr>
          <p:cNvSpPr>
            <a:spLocks noGrp="1"/>
          </p:cNvSpPr>
          <p:nvPr>
            <p:ph type="dt" sz="half" idx="10"/>
          </p:nvPr>
        </p:nvSpPr>
        <p:spPr>
          <a:xfrm>
            <a:off x="838200" y="6356350"/>
            <a:ext cx="2743200" cy="365125"/>
          </a:xfrm>
        </p:spPr>
        <p:txBody>
          <a:bodyPr/>
          <a:lstStyle/>
          <a:p>
            <a:r>
              <a:rPr lang="en-US" dirty="0"/>
              <a:t>4/20/2026</a:t>
            </a:r>
          </a:p>
        </p:txBody>
      </p:sp>
    </p:spTree>
    <p:extLst>
      <p:ext uri="{BB962C8B-B14F-4D97-AF65-F5344CB8AC3E}">
        <p14:creationId xmlns:p14="http://schemas.microsoft.com/office/powerpoint/2010/main" val="1196191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close up image of coins">
            <a:extLst>
              <a:ext uri="{FF2B5EF4-FFF2-40B4-BE49-F238E27FC236}">
                <a16:creationId xmlns:a16="http://schemas.microsoft.com/office/drawing/2014/main" id="{B91E178C-484E-43C6-93B4-4DF1D164602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88" y="0"/>
            <a:ext cx="12188825" cy="6858000"/>
          </a:xfrm>
        </p:spPr>
      </p:pic>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838200" y="365125"/>
            <a:ext cx="10515600" cy="1325563"/>
          </a:xfrm>
        </p:spPr>
        <p:txBody>
          <a:bodyPr/>
          <a:lstStyle/>
          <a:p>
            <a:r>
              <a:rPr lang="en-US" dirty="0"/>
              <a:t>Stable Diffusion Pipeline</a:t>
            </a:r>
            <a:endParaRPr lang="en-ZA" dirty="0"/>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33"/>
          </p:nvPr>
        </p:nvSpPr>
        <p:spPr>
          <a:xfrm>
            <a:off x="1444752" y="2487165"/>
            <a:ext cx="2926080" cy="2714379"/>
          </a:xfrm>
        </p:spPr>
        <p:txBody>
          <a:bodyPr/>
          <a:lstStyle/>
          <a:p>
            <a:r>
              <a:rPr lang="en-US" dirty="0">
                <a:solidFill>
                  <a:schemeClr val="tx1"/>
                </a:solidFill>
              </a:rPr>
              <a:t>Pipeline steps:</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35"/>
          </p:nvPr>
        </p:nvSpPr>
        <p:spPr>
          <a:xfrm>
            <a:off x="4636008" y="2487165"/>
            <a:ext cx="2926080" cy="2715768"/>
          </a:xfrm>
        </p:spPr>
        <p:txBody>
          <a:bodyPr>
            <a:normAutofit/>
          </a:bodyPr>
          <a:lstStyle/>
          <a:p>
            <a:r>
              <a:rPr lang="en-US" dirty="0">
                <a:solidFill>
                  <a:schemeClr val="tx1"/>
                </a:solidFill>
              </a:rPr>
              <a:t>Tools used:</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37"/>
          </p:nvPr>
        </p:nvSpPr>
        <p:spPr>
          <a:xfrm>
            <a:off x="7790688" y="2487165"/>
            <a:ext cx="2926080" cy="2715768"/>
          </a:xfrm>
        </p:spPr>
        <p:txBody>
          <a:bodyPr>
            <a:normAutofit/>
          </a:bodyPr>
          <a:lstStyle/>
          <a:p>
            <a:r>
              <a:rPr lang="en-US" dirty="0">
                <a:solidFill>
                  <a:schemeClr val="tx1"/>
                </a:solidFill>
              </a:rPr>
              <a:t>Pipeline purpose:</a:t>
            </a:r>
            <a:endParaRPr lang="en-ZA" dirty="0">
              <a:solidFill>
                <a:schemeClr val="tx1"/>
              </a:solidFill>
            </a:endParaRPr>
          </a:p>
        </p:txBody>
      </p:sp>
      <p:sp>
        <p:nvSpPr>
          <p:cNvPr id="11" name="Date Placeholder 10">
            <a:extLst>
              <a:ext uri="{FF2B5EF4-FFF2-40B4-BE49-F238E27FC236}">
                <a16:creationId xmlns:a16="http://schemas.microsoft.com/office/drawing/2014/main" id="{FAAA39EA-03A4-4F7C-AD28-57646912356E}"/>
              </a:ext>
            </a:extLst>
          </p:cNvPr>
          <p:cNvSpPr>
            <a:spLocks noGrp="1"/>
          </p:cNvSpPr>
          <p:nvPr>
            <p:ph type="dt" sz="half" idx="39"/>
          </p:nvPr>
        </p:nvSpPr>
        <p:spPr>
          <a:xfrm>
            <a:off x="838200" y="6356350"/>
            <a:ext cx="2743200" cy="365125"/>
          </a:xfrm>
        </p:spPr>
        <p:txBody>
          <a:bodyPr/>
          <a:lstStyle/>
          <a:p>
            <a:r>
              <a:rPr lang="en-US" dirty="0"/>
              <a:t>4/20/2026</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11"/>
          </p:nvPr>
        </p:nvSpPr>
        <p:spPr>
          <a:xfrm>
            <a:off x="8610600" y="6356350"/>
            <a:ext cx="2743200" cy="365125"/>
          </a:xfrm>
        </p:spPr>
        <p:txBody>
          <a:bodyPr/>
          <a:lstStyle/>
          <a:p>
            <a:fld id="{19B51A1E-902D-48AF-9020-955120F399B6}" type="slidenum">
              <a:rPr lang="en-ZA" smtClean="0"/>
              <a:pPr/>
              <a:t>5</a:t>
            </a:fld>
            <a:endParaRPr lang="en-ZA" dirty="0"/>
          </a:p>
        </p:txBody>
      </p:sp>
      <p:sp>
        <p:nvSpPr>
          <p:cNvPr id="16" name="Rectangle 2">
            <a:extLst>
              <a:ext uri="{FF2B5EF4-FFF2-40B4-BE49-F238E27FC236}">
                <a16:creationId xmlns:a16="http://schemas.microsoft.com/office/drawing/2014/main" id="{62B91BAC-65B6-172A-7732-EF567FB50E37}"/>
              </a:ext>
            </a:extLst>
          </p:cNvPr>
          <p:cNvSpPr>
            <a:spLocks noGrp="1" noChangeArrowheads="1"/>
          </p:cNvSpPr>
          <p:nvPr>
            <p:ph type="body" sz="quarter" idx="34"/>
          </p:nvPr>
        </p:nvSpPr>
        <p:spPr bwMode="auto">
          <a:xfrm>
            <a:off x="1444752" y="2924492"/>
            <a:ext cx="2926080"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define product metadata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create prompts from metadata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generate naive outputs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generate structured outputs</a:t>
            </a:r>
          </a:p>
          <a:p>
            <a:pPr marL="342900" lvl="0" indent="-342900" algn="l" eaLnBrk="0" fontAlgn="base" hangingPunct="0">
              <a:lnSpc>
                <a:spcPct val="100000"/>
              </a:lnSpc>
              <a:spcBef>
                <a:spcPct val="0"/>
              </a:spcBef>
              <a:spcAft>
                <a:spcPct val="0"/>
              </a:spcAft>
              <a:buFont typeface="+mj-lt"/>
              <a:buAutoNum type="arabicPeriod"/>
            </a:pPr>
            <a:r>
              <a:rPr lang="en-US" dirty="0"/>
              <a:t>generate controlled outputs with negative prompting</a:t>
            </a:r>
          </a:p>
          <a:p>
            <a:pPr marL="342900" lvl="0" indent="-342900" algn="l" eaLnBrk="0" fontAlgn="base" hangingPunct="0">
              <a:lnSpc>
                <a:spcPct val="100000"/>
              </a:lnSpc>
              <a:spcBef>
                <a:spcPct val="0"/>
              </a:spcBef>
              <a:spcAft>
                <a:spcPct val="0"/>
              </a:spcAft>
              <a:buFont typeface="+mj-lt"/>
              <a:buAutoNum type="arabicPeriod"/>
            </a:pPr>
            <a:r>
              <a:rPr lang="en-US" dirty="0"/>
              <a:t>save outputs</a:t>
            </a:r>
          </a:p>
          <a:p>
            <a:pPr marL="342900" lvl="0" indent="-342900" algn="l" eaLnBrk="0" fontAlgn="base" hangingPunct="0">
              <a:lnSpc>
                <a:spcPct val="100000"/>
              </a:lnSpc>
              <a:spcBef>
                <a:spcPct val="0"/>
              </a:spcBef>
              <a:spcAft>
                <a:spcPct val="0"/>
              </a:spcAft>
              <a:buFont typeface="+mj-lt"/>
              <a:buAutoNum type="arabicPeriod"/>
            </a:pPr>
            <a:r>
              <a:rPr lang="en-US" dirty="0"/>
              <a:t>compare results</a:t>
            </a:r>
          </a:p>
          <a:p>
            <a:pPr marL="342900" lvl="0" indent="-342900" algn="l" eaLnBrk="0" fontAlgn="base" hangingPunct="0">
              <a:lnSpc>
                <a:spcPct val="100000"/>
              </a:lnSpc>
              <a:spcBef>
                <a:spcPct val="0"/>
              </a:spcBef>
              <a:spcAft>
                <a:spcPct val="0"/>
              </a:spcAft>
              <a:buFont typeface="+mj-lt"/>
              <a:buAutoNum type="arabicPeriod"/>
            </a:pPr>
            <a:r>
              <a:rPr lang="en-US" dirty="0"/>
              <a:t>evaluate outputs</a:t>
            </a:r>
          </a:p>
          <a:p>
            <a:pPr marL="342900" lvl="0" indent="-342900" algn="l" eaLnBrk="0" fontAlgn="base" hangingPunct="0">
              <a:lnSpc>
                <a:spcPct val="100000"/>
              </a:lnSpc>
              <a:spcBef>
                <a:spcPct val="0"/>
              </a:spcBef>
              <a:spcAft>
                <a:spcPct val="0"/>
              </a:spcAft>
              <a:buFont typeface="+mj-lt"/>
              <a:buAutoNum type="arabicPeriod"/>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8" name="Rectangle 4">
            <a:extLst>
              <a:ext uri="{FF2B5EF4-FFF2-40B4-BE49-F238E27FC236}">
                <a16:creationId xmlns:a16="http://schemas.microsoft.com/office/drawing/2014/main" id="{1C4731EB-3FE6-0CD9-2728-6B3E40C14675}"/>
              </a:ext>
            </a:extLst>
          </p:cNvPr>
          <p:cNvSpPr>
            <a:spLocks noGrp="1" noChangeArrowheads="1"/>
          </p:cNvSpPr>
          <p:nvPr>
            <p:ph type="body" sz="quarter" idx="36"/>
          </p:nvPr>
        </p:nvSpPr>
        <p:spPr bwMode="auto">
          <a:xfrm>
            <a:off x="4712851" y="3016825"/>
            <a:ext cx="244804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Google Colab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Python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Hugging Face Diffusers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Stable Diffusion v1.5 </a:t>
            </a:r>
          </a:p>
        </p:txBody>
      </p:sp>
      <p:sp>
        <p:nvSpPr>
          <p:cNvPr id="21" name="Rectangle 7">
            <a:extLst>
              <a:ext uri="{FF2B5EF4-FFF2-40B4-BE49-F238E27FC236}">
                <a16:creationId xmlns:a16="http://schemas.microsoft.com/office/drawing/2014/main" id="{C87A2B3F-5007-9756-6C63-BEB6EAE47177}"/>
              </a:ext>
            </a:extLst>
          </p:cNvPr>
          <p:cNvSpPr>
            <a:spLocks noGrp="1" noChangeArrowheads="1"/>
          </p:cNvSpPr>
          <p:nvPr>
            <p:ph type="body" sz="quarter" idx="38"/>
          </p:nvPr>
        </p:nvSpPr>
        <p:spPr bwMode="auto">
          <a:xfrm>
            <a:off x="7905750" y="3170575"/>
            <a:ext cx="267516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metadata → prompt → image generation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baseline vs controlled comparison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cleaner and more accurate product images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measurable evaluation of results </a:t>
            </a:r>
          </a:p>
        </p:txBody>
      </p:sp>
    </p:spTree>
    <p:extLst>
      <p:ext uri="{BB962C8B-B14F-4D97-AF65-F5344CB8AC3E}">
        <p14:creationId xmlns:p14="http://schemas.microsoft.com/office/powerpoint/2010/main" val="827597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6A057D43-F8BF-4DAD-A7AD-845A6D5B5A5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3383280" y="365125"/>
            <a:ext cx="7894320" cy="1325563"/>
          </a:xfrm>
        </p:spPr>
        <p:txBody>
          <a:bodyPr/>
          <a:lstStyle/>
          <a:p>
            <a:r>
              <a:rPr lang="en-US" dirty="0"/>
              <a:t>Prompt Design</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sz="quarter" idx="25"/>
          </p:nvPr>
        </p:nvSpPr>
        <p:spPr>
          <a:xfrm>
            <a:off x="1953064" y="1690688"/>
            <a:ext cx="8229600" cy="3886200"/>
          </a:xfrm>
        </p:spPr>
        <p:txBody>
          <a:bodyPr/>
          <a:lstStyle/>
          <a:p>
            <a:r>
              <a:rPr lang="en-US" dirty="0">
                <a:solidFill>
                  <a:schemeClr val="tx1"/>
                </a:solidFill>
              </a:rPr>
              <a:t>Men’s Running Shoes</a:t>
            </a:r>
          </a:p>
        </p:txBody>
      </p:sp>
      <p:sp>
        <p:nvSpPr>
          <p:cNvPr id="10" name="Content Placeholder 9">
            <a:extLst>
              <a:ext uri="{FF2B5EF4-FFF2-40B4-BE49-F238E27FC236}">
                <a16:creationId xmlns:a16="http://schemas.microsoft.com/office/drawing/2014/main" id="{14671EBE-B721-4278-A276-75F44D556D20}"/>
              </a:ext>
            </a:extLst>
          </p:cNvPr>
          <p:cNvSpPr>
            <a:spLocks noGrp="1"/>
          </p:cNvSpPr>
          <p:nvPr>
            <p:ph sz="half" idx="2"/>
          </p:nvPr>
        </p:nvSpPr>
        <p:spPr>
          <a:xfrm>
            <a:off x="3392487" y="2686050"/>
            <a:ext cx="6454897" cy="2743200"/>
          </a:xfrm>
        </p:spPr>
        <p:txBody>
          <a:bodyPr/>
          <a:lstStyle/>
          <a:p>
            <a:r>
              <a:rPr lang="en-US" b="1" dirty="0"/>
              <a:t>Structured Prompt Example</a:t>
            </a:r>
            <a:br>
              <a:rPr lang="en-US" dirty="0"/>
            </a:br>
            <a:r>
              <a:rPr lang="en-US" dirty="0"/>
              <a:t>Men’s Running Shoes, Footwear, black, white sole, sporty, mesh upper, studio product photography, clean white background, centered product shot, highly detailed</a:t>
            </a:r>
          </a:p>
          <a:p>
            <a:r>
              <a:rPr lang="en-US" b="1" dirty="0"/>
              <a:t>Negative Prompt Example</a:t>
            </a:r>
            <a:br>
              <a:rPr lang="en-US" dirty="0"/>
            </a:br>
            <a:r>
              <a:rPr lang="en-US" dirty="0"/>
              <a:t>blurry, distorted, extra objects, duplicate product, cropped, low quality, text, watermark, unrealistic proportions, messy background, bad lighting</a:t>
            </a:r>
          </a:p>
        </p:txBody>
      </p:sp>
      <p:sp>
        <p:nvSpPr>
          <p:cNvPr id="22" name="Date Placeholder 21">
            <a:extLst>
              <a:ext uri="{FF2B5EF4-FFF2-40B4-BE49-F238E27FC236}">
                <a16:creationId xmlns:a16="http://schemas.microsoft.com/office/drawing/2014/main" id="{0892EE2B-E8C5-4129-9850-04151ED0A218}"/>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4D55AB81-8A4D-4B4A-8B0F-A7407C695E3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
        <p:nvSpPr>
          <p:cNvPr id="15" name="Rectangle 14">
            <a:extLst>
              <a:ext uri="{FF2B5EF4-FFF2-40B4-BE49-F238E27FC236}">
                <a16:creationId xmlns:a16="http://schemas.microsoft.com/office/drawing/2014/main" id="{09B04A6B-B6E9-40E3-BFCB-8C1C17E0DB0C}"/>
              </a:ext>
              <a:ext uri="{C183D7F6-B498-43B3-948B-1728B52AA6E4}">
                <adec:decorative xmlns:adec="http://schemas.microsoft.com/office/drawing/2017/decorative" val="1"/>
              </a:ext>
            </a:extLst>
          </p:cNvPr>
          <p:cNvSpPr/>
          <p:nvPr/>
        </p:nvSpPr>
        <p:spPr>
          <a:xfrm>
            <a:off x="1724464"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8293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07832-180C-3353-0151-CF41CAC45F90}"/>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7959BACA-194F-DA3D-1FB1-0616D2C3C8D5}"/>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915F811B-E000-9382-00B8-B1BDE4F8E29C}"/>
              </a:ext>
            </a:extLst>
          </p:cNvPr>
          <p:cNvSpPr>
            <a:spLocks noGrp="1"/>
          </p:cNvSpPr>
          <p:nvPr>
            <p:ph type="title"/>
          </p:nvPr>
        </p:nvSpPr>
        <p:spPr>
          <a:xfrm>
            <a:off x="3383280" y="365125"/>
            <a:ext cx="7894320" cy="1325563"/>
          </a:xfrm>
        </p:spPr>
        <p:txBody>
          <a:bodyPr/>
          <a:lstStyle/>
          <a:p>
            <a:r>
              <a:rPr lang="en-US" dirty="0"/>
              <a:t>Control Strategy</a:t>
            </a:r>
          </a:p>
        </p:txBody>
      </p:sp>
      <p:sp>
        <p:nvSpPr>
          <p:cNvPr id="5" name="Text Placeholder 4">
            <a:extLst>
              <a:ext uri="{FF2B5EF4-FFF2-40B4-BE49-F238E27FC236}">
                <a16:creationId xmlns:a16="http://schemas.microsoft.com/office/drawing/2014/main" id="{4B4CF695-9CBC-3C2B-D309-338CF6956957}"/>
              </a:ext>
            </a:extLst>
          </p:cNvPr>
          <p:cNvSpPr>
            <a:spLocks noGrp="1"/>
          </p:cNvSpPr>
          <p:nvPr>
            <p:ph type="body" sz="quarter" idx="25"/>
          </p:nvPr>
        </p:nvSpPr>
        <p:spPr>
          <a:xfrm>
            <a:off x="1953064" y="1690688"/>
            <a:ext cx="8229600" cy="3886200"/>
          </a:xfrm>
        </p:spPr>
        <p:txBody>
          <a:bodyPr/>
          <a:lstStyle/>
          <a:p>
            <a:r>
              <a:rPr lang="en-US" dirty="0">
                <a:solidFill>
                  <a:schemeClr val="bg1"/>
                </a:solidFill>
              </a:rPr>
              <a:t>.</a:t>
            </a:r>
          </a:p>
        </p:txBody>
      </p:sp>
      <p:sp>
        <p:nvSpPr>
          <p:cNvPr id="10" name="Content Placeholder 9">
            <a:extLst>
              <a:ext uri="{FF2B5EF4-FFF2-40B4-BE49-F238E27FC236}">
                <a16:creationId xmlns:a16="http://schemas.microsoft.com/office/drawing/2014/main" id="{FBA85A9E-A44B-6C11-5A76-A3C702F644B9}"/>
              </a:ext>
            </a:extLst>
          </p:cNvPr>
          <p:cNvSpPr>
            <a:spLocks noGrp="1"/>
          </p:cNvSpPr>
          <p:nvPr>
            <p:ph sz="half" idx="2"/>
          </p:nvPr>
        </p:nvSpPr>
        <p:spPr>
          <a:xfrm>
            <a:off x="2548425" y="2150347"/>
            <a:ext cx="6454897" cy="3267791"/>
          </a:xfrm>
        </p:spPr>
        <p:txBody>
          <a:bodyPr/>
          <a:lstStyle/>
          <a:p>
            <a:r>
              <a:rPr lang="en-US" b="1" dirty="0"/>
              <a:t>This project used:</a:t>
            </a:r>
          </a:p>
          <a:p>
            <a:pPr marL="285750" indent="-285750">
              <a:buFont typeface="Arial" panose="020B0604020202020204" pitchFamily="34" charset="0"/>
              <a:buChar char="•"/>
            </a:pPr>
            <a:r>
              <a:rPr lang="en-US" dirty="0"/>
              <a:t>structured prompt templates </a:t>
            </a:r>
          </a:p>
          <a:p>
            <a:pPr marL="285750" indent="-285750">
              <a:buFont typeface="Arial" panose="020B0604020202020204" pitchFamily="34" charset="0"/>
              <a:buChar char="•"/>
            </a:pPr>
            <a:r>
              <a:rPr lang="en-US" dirty="0"/>
              <a:t>negative prompts </a:t>
            </a:r>
          </a:p>
          <a:p>
            <a:endParaRPr lang="en-US" dirty="0"/>
          </a:p>
          <a:p>
            <a:r>
              <a:rPr lang="en-US" dirty="0"/>
              <a:t>Structured prompt templates improved prompt alignment by including important product details. Negative prompts helped reduce unwanted artifacts such as messy backgrounds, distortion, extra objects, and low-quality rendering.</a:t>
            </a:r>
          </a:p>
        </p:txBody>
      </p:sp>
      <p:sp>
        <p:nvSpPr>
          <p:cNvPr id="22" name="Date Placeholder 21">
            <a:extLst>
              <a:ext uri="{FF2B5EF4-FFF2-40B4-BE49-F238E27FC236}">
                <a16:creationId xmlns:a16="http://schemas.microsoft.com/office/drawing/2014/main" id="{0CF6E299-DAC8-0984-9507-8205338F393F}"/>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807FF675-2CC3-897E-1B43-0A0B775E4CAE}"/>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sp>
        <p:nvSpPr>
          <p:cNvPr id="15" name="Rectangle 14">
            <a:extLst>
              <a:ext uri="{FF2B5EF4-FFF2-40B4-BE49-F238E27FC236}">
                <a16:creationId xmlns:a16="http://schemas.microsoft.com/office/drawing/2014/main" id="{017B1FB5-66E6-CF59-13E1-B11351A39499}"/>
              </a:ext>
              <a:ext uri="{C183D7F6-B498-43B3-948B-1728B52AA6E4}">
                <adec:decorative xmlns:adec="http://schemas.microsoft.com/office/drawing/2017/decorative" val="1"/>
              </a:ext>
            </a:extLst>
          </p:cNvPr>
          <p:cNvSpPr/>
          <p:nvPr/>
        </p:nvSpPr>
        <p:spPr>
          <a:xfrm>
            <a:off x="1724464"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8704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29B59-AADB-38A5-1909-401DED63F4CC}"/>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1D43A492-FDAD-61F0-4F8C-EB99C166798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3048" y="0"/>
            <a:ext cx="12188952" cy="6858000"/>
          </a:xfrm>
        </p:spPr>
      </p:pic>
      <p:sp>
        <p:nvSpPr>
          <p:cNvPr id="4" name="Title 3">
            <a:extLst>
              <a:ext uri="{FF2B5EF4-FFF2-40B4-BE49-F238E27FC236}">
                <a16:creationId xmlns:a16="http://schemas.microsoft.com/office/drawing/2014/main" id="{BF37D9A4-4BD2-6C15-3445-44068BDDB8AB}"/>
              </a:ext>
            </a:extLst>
          </p:cNvPr>
          <p:cNvSpPr>
            <a:spLocks noGrp="1"/>
          </p:cNvSpPr>
          <p:nvPr>
            <p:ph type="title"/>
          </p:nvPr>
        </p:nvSpPr>
        <p:spPr>
          <a:xfrm>
            <a:off x="4663440" y="248444"/>
            <a:ext cx="2189536" cy="1325563"/>
          </a:xfrm>
        </p:spPr>
        <p:txBody>
          <a:bodyPr/>
          <a:lstStyle/>
          <a:p>
            <a:r>
              <a:rPr lang="en-US" dirty="0"/>
              <a:t>Results</a:t>
            </a:r>
          </a:p>
        </p:txBody>
      </p:sp>
      <p:sp>
        <p:nvSpPr>
          <p:cNvPr id="22" name="Date Placeholder 21">
            <a:extLst>
              <a:ext uri="{FF2B5EF4-FFF2-40B4-BE49-F238E27FC236}">
                <a16:creationId xmlns:a16="http://schemas.microsoft.com/office/drawing/2014/main" id="{B4FC9B81-74EB-7F32-E9A6-5FC915B684A6}"/>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F84C38ED-1966-C135-36E0-490BDF66F978}"/>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pic>
        <p:nvPicPr>
          <p:cNvPr id="3" name="Picture 2" descr="The image displays three different men's running shoes: a sleek black Nike Air Zoom Pegasus, a vibrant red Adidas Ultraboost, and a stylish black Nike Air Max 97.&#10;&#10;AI-generated content may be incorrect.">
            <a:extLst>
              <a:ext uri="{FF2B5EF4-FFF2-40B4-BE49-F238E27FC236}">
                <a16:creationId xmlns:a16="http://schemas.microsoft.com/office/drawing/2014/main" id="{1804EE81-3767-7897-1F49-00633C75D0A4}"/>
              </a:ext>
            </a:extLst>
          </p:cNvPr>
          <p:cNvPicPr>
            <a:picLocks noChangeAspect="1"/>
          </p:cNvPicPr>
          <p:nvPr/>
        </p:nvPicPr>
        <p:blipFill>
          <a:blip r:embed="rId3"/>
          <a:stretch>
            <a:fillRect/>
          </a:stretch>
        </p:blipFill>
        <p:spPr>
          <a:xfrm>
            <a:off x="484992" y="1395128"/>
            <a:ext cx="11222016" cy="4259223"/>
          </a:xfrm>
          <a:prstGeom prst="rect">
            <a:avLst/>
          </a:prstGeom>
        </p:spPr>
      </p:pic>
    </p:spTree>
    <p:extLst>
      <p:ext uri="{BB962C8B-B14F-4D97-AF65-F5344CB8AC3E}">
        <p14:creationId xmlns:p14="http://schemas.microsoft.com/office/powerpoint/2010/main" val="1418887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5676E-CEC0-A580-6C24-B89824BF6268}"/>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B2D7F1B0-95DE-3C30-6F10-535988B7042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3048" y="0"/>
            <a:ext cx="12188952" cy="6858000"/>
          </a:xfrm>
        </p:spPr>
      </p:pic>
      <p:sp>
        <p:nvSpPr>
          <p:cNvPr id="4" name="Title 3">
            <a:extLst>
              <a:ext uri="{FF2B5EF4-FFF2-40B4-BE49-F238E27FC236}">
                <a16:creationId xmlns:a16="http://schemas.microsoft.com/office/drawing/2014/main" id="{C2B0DF40-5D1D-4E9F-7E4D-887BA7B84922}"/>
              </a:ext>
            </a:extLst>
          </p:cNvPr>
          <p:cNvSpPr>
            <a:spLocks noGrp="1"/>
          </p:cNvSpPr>
          <p:nvPr>
            <p:ph type="title"/>
          </p:nvPr>
        </p:nvSpPr>
        <p:spPr>
          <a:xfrm>
            <a:off x="4663440" y="248444"/>
            <a:ext cx="2189536" cy="1325563"/>
          </a:xfrm>
        </p:spPr>
        <p:txBody>
          <a:bodyPr/>
          <a:lstStyle/>
          <a:p>
            <a:r>
              <a:rPr lang="en-US" dirty="0"/>
              <a:t>Results</a:t>
            </a:r>
          </a:p>
        </p:txBody>
      </p:sp>
      <p:sp>
        <p:nvSpPr>
          <p:cNvPr id="22" name="Date Placeholder 21">
            <a:extLst>
              <a:ext uri="{FF2B5EF4-FFF2-40B4-BE49-F238E27FC236}">
                <a16:creationId xmlns:a16="http://schemas.microsoft.com/office/drawing/2014/main" id="{7CA67C1A-7DFE-C5D2-7BD4-88C596187B00}"/>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0202C67D-FD32-21FF-C29F-8B2F61812F78}"/>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pic>
        <p:nvPicPr>
          <p:cNvPr id="5" name="Picture 4" descr="The image displays three stylish leather handbags: one with a red leather exterior, another with a brown leather exterior, and a third with a red leather handle.&#10;&#10;AI-generated content may be incorrect.">
            <a:extLst>
              <a:ext uri="{FF2B5EF4-FFF2-40B4-BE49-F238E27FC236}">
                <a16:creationId xmlns:a16="http://schemas.microsoft.com/office/drawing/2014/main" id="{2D063AF3-EB7D-C124-D409-E380E08856B7}"/>
              </a:ext>
            </a:extLst>
          </p:cNvPr>
          <p:cNvPicPr>
            <a:picLocks noChangeAspect="1"/>
          </p:cNvPicPr>
          <p:nvPr/>
        </p:nvPicPr>
        <p:blipFill>
          <a:blip r:embed="rId3"/>
          <a:stretch>
            <a:fillRect/>
          </a:stretch>
        </p:blipFill>
        <p:spPr>
          <a:xfrm>
            <a:off x="475465" y="1483281"/>
            <a:ext cx="11241069" cy="4115374"/>
          </a:xfrm>
          <a:prstGeom prst="rect">
            <a:avLst/>
          </a:prstGeom>
        </p:spPr>
      </p:pic>
    </p:spTree>
    <p:extLst>
      <p:ext uri="{BB962C8B-B14F-4D97-AF65-F5344CB8AC3E}">
        <p14:creationId xmlns:p14="http://schemas.microsoft.com/office/powerpoint/2010/main" val="185256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992D-0723-FEBC-9720-89D333D26FAF}"/>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C4C75E46-975A-3EAD-AE57-9C19F55CCE5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3048" y="0"/>
            <a:ext cx="12188952" cy="6858000"/>
          </a:xfrm>
        </p:spPr>
      </p:pic>
      <p:sp>
        <p:nvSpPr>
          <p:cNvPr id="4" name="Title 3">
            <a:extLst>
              <a:ext uri="{FF2B5EF4-FFF2-40B4-BE49-F238E27FC236}">
                <a16:creationId xmlns:a16="http://schemas.microsoft.com/office/drawing/2014/main" id="{AA435ABF-CAC3-8CF0-3952-9952BDE26F5D}"/>
              </a:ext>
            </a:extLst>
          </p:cNvPr>
          <p:cNvSpPr>
            <a:spLocks noGrp="1"/>
          </p:cNvSpPr>
          <p:nvPr>
            <p:ph type="title"/>
          </p:nvPr>
        </p:nvSpPr>
        <p:spPr>
          <a:xfrm>
            <a:off x="4663440" y="248444"/>
            <a:ext cx="2189536" cy="1325563"/>
          </a:xfrm>
        </p:spPr>
        <p:txBody>
          <a:bodyPr/>
          <a:lstStyle/>
          <a:p>
            <a:r>
              <a:rPr lang="en-US" dirty="0"/>
              <a:t>Results</a:t>
            </a:r>
          </a:p>
        </p:txBody>
      </p:sp>
      <p:sp>
        <p:nvSpPr>
          <p:cNvPr id="22" name="Date Placeholder 21">
            <a:extLst>
              <a:ext uri="{FF2B5EF4-FFF2-40B4-BE49-F238E27FC236}">
                <a16:creationId xmlns:a16="http://schemas.microsoft.com/office/drawing/2014/main" id="{5FE65A7A-3574-2FC2-9E03-A96D973AE5A3}"/>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BA2108F3-62DE-64A8-A91C-A5422F35C6C6}"/>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pic>
        <p:nvPicPr>
          <p:cNvPr id="3" name="Picture 2" descr="The image shows three black and white ceramic mugs arranged in a vertical line, with a simple, minimalist design, showcasing a clear, clean aesthetic.&#10;&#10;AI-generated content may be incorrect.">
            <a:extLst>
              <a:ext uri="{FF2B5EF4-FFF2-40B4-BE49-F238E27FC236}">
                <a16:creationId xmlns:a16="http://schemas.microsoft.com/office/drawing/2014/main" id="{163FF3F0-EE8D-6852-5849-69D7F22E891C}"/>
              </a:ext>
            </a:extLst>
          </p:cNvPr>
          <p:cNvPicPr>
            <a:picLocks noChangeAspect="1"/>
          </p:cNvPicPr>
          <p:nvPr/>
        </p:nvPicPr>
        <p:blipFill>
          <a:blip r:embed="rId3"/>
          <a:stretch>
            <a:fillRect/>
          </a:stretch>
        </p:blipFill>
        <p:spPr>
          <a:xfrm>
            <a:off x="475465" y="1574007"/>
            <a:ext cx="11241069" cy="4067743"/>
          </a:xfrm>
          <a:prstGeom prst="rect">
            <a:avLst/>
          </a:prstGeom>
        </p:spPr>
      </p:pic>
    </p:spTree>
    <p:extLst>
      <p:ext uri="{BB962C8B-B14F-4D97-AF65-F5344CB8AC3E}">
        <p14:creationId xmlns:p14="http://schemas.microsoft.com/office/powerpoint/2010/main" val="2616086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D9B6F-CE64-BD24-7E1B-CED09ACBF9C5}"/>
            </a:ext>
          </a:extLst>
        </p:cNvPr>
        <p:cNvGrpSpPr/>
        <p:nvPr/>
      </p:nvGrpSpPr>
      <p:grpSpPr>
        <a:xfrm>
          <a:off x="0" y="0"/>
          <a:ext cx="0" cy="0"/>
          <a:chOff x="0" y="0"/>
          <a:chExt cx="0" cy="0"/>
        </a:xfrm>
      </p:grpSpPr>
      <p:pic>
        <p:nvPicPr>
          <p:cNvPr id="15" name="Picture Placeholder 14" descr="a close up image of coins">
            <a:extLst>
              <a:ext uri="{FF2B5EF4-FFF2-40B4-BE49-F238E27FC236}">
                <a16:creationId xmlns:a16="http://schemas.microsoft.com/office/drawing/2014/main" id="{04E4569A-F086-0E61-5FEA-CE11E18A22B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88" y="0"/>
            <a:ext cx="12188825" cy="6858000"/>
          </a:xfrm>
        </p:spPr>
      </p:pic>
      <p:sp>
        <p:nvSpPr>
          <p:cNvPr id="2" name="Title 1">
            <a:extLst>
              <a:ext uri="{FF2B5EF4-FFF2-40B4-BE49-F238E27FC236}">
                <a16:creationId xmlns:a16="http://schemas.microsoft.com/office/drawing/2014/main" id="{B53BC6BA-2AD5-2B18-57EE-D3EBCD88C16B}"/>
              </a:ext>
            </a:extLst>
          </p:cNvPr>
          <p:cNvSpPr>
            <a:spLocks noGrp="1"/>
          </p:cNvSpPr>
          <p:nvPr>
            <p:ph type="title"/>
          </p:nvPr>
        </p:nvSpPr>
        <p:spPr>
          <a:xfrm>
            <a:off x="838200" y="365125"/>
            <a:ext cx="10515600" cy="1325563"/>
          </a:xfrm>
        </p:spPr>
        <p:txBody>
          <a:bodyPr/>
          <a:lstStyle/>
          <a:p>
            <a:r>
              <a:rPr lang="en-US" dirty="0"/>
              <a:t>Evaluation</a:t>
            </a:r>
            <a:endParaRPr lang="en-ZA" dirty="0"/>
          </a:p>
        </p:txBody>
      </p:sp>
      <p:sp>
        <p:nvSpPr>
          <p:cNvPr id="5" name="Text Placeholder 4">
            <a:extLst>
              <a:ext uri="{FF2B5EF4-FFF2-40B4-BE49-F238E27FC236}">
                <a16:creationId xmlns:a16="http://schemas.microsoft.com/office/drawing/2014/main" id="{30255A82-3985-E398-9E31-6B8E51135652}"/>
              </a:ext>
            </a:extLst>
          </p:cNvPr>
          <p:cNvSpPr>
            <a:spLocks noGrp="1"/>
          </p:cNvSpPr>
          <p:nvPr>
            <p:ph type="body" sz="quarter" idx="33"/>
          </p:nvPr>
        </p:nvSpPr>
        <p:spPr>
          <a:xfrm>
            <a:off x="1444752" y="2487165"/>
            <a:ext cx="2926080" cy="2714379"/>
          </a:xfrm>
        </p:spPr>
        <p:txBody>
          <a:bodyPr/>
          <a:lstStyle/>
          <a:p>
            <a:r>
              <a:rPr lang="en-US" b="1" dirty="0">
                <a:solidFill>
                  <a:schemeClr val="tx1"/>
                </a:solidFill>
              </a:rPr>
              <a:t>Men’s Running Shoes</a:t>
            </a:r>
            <a:endParaRPr lang="en-US" dirty="0">
              <a:solidFill>
                <a:schemeClr val="tx1"/>
              </a:solidFill>
            </a:endParaRPr>
          </a:p>
        </p:txBody>
      </p:sp>
      <p:sp>
        <p:nvSpPr>
          <p:cNvPr id="7" name="Text Placeholder 6">
            <a:extLst>
              <a:ext uri="{FF2B5EF4-FFF2-40B4-BE49-F238E27FC236}">
                <a16:creationId xmlns:a16="http://schemas.microsoft.com/office/drawing/2014/main" id="{4A423C65-6B3B-E554-E280-0BFB93EC317E}"/>
              </a:ext>
            </a:extLst>
          </p:cNvPr>
          <p:cNvSpPr>
            <a:spLocks noGrp="1"/>
          </p:cNvSpPr>
          <p:nvPr>
            <p:ph type="body" sz="quarter" idx="35"/>
          </p:nvPr>
        </p:nvSpPr>
        <p:spPr>
          <a:xfrm>
            <a:off x="4636008" y="2487165"/>
            <a:ext cx="2926080" cy="2715768"/>
          </a:xfrm>
        </p:spPr>
        <p:txBody>
          <a:bodyPr>
            <a:normAutofit/>
          </a:bodyPr>
          <a:lstStyle/>
          <a:p>
            <a:r>
              <a:rPr lang="en-US" b="1" dirty="0">
                <a:solidFill>
                  <a:schemeClr val="tx1"/>
                </a:solidFill>
              </a:rPr>
              <a:t>Women’s Leather Handbag</a:t>
            </a:r>
            <a:endParaRPr lang="en-US" dirty="0">
              <a:solidFill>
                <a:schemeClr val="tx1"/>
              </a:solidFill>
            </a:endParaRPr>
          </a:p>
        </p:txBody>
      </p:sp>
      <p:sp>
        <p:nvSpPr>
          <p:cNvPr id="9" name="Text Placeholder 8">
            <a:extLst>
              <a:ext uri="{FF2B5EF4-FFF2-40B4-BE49-F238E27FC236}">
                <a16:creationId xmlns:a16="http://schemas.microsoft.com/office/drawing/2014/main" id="{47A10A29-3F46-DB2E-8B3C-F7073DC1323C}"/>
              </a:ext>
            </a:extLst>
          </p:cNvPr>
          <p:cNvSpPr>
            <a:spLocks noGrp="1"/>
          </p:cNvSpPr>
          <p:nvPr>
            <p:ph type="body" sz="quarter" idx="37"/>
          </p:nvPr>
        </p:nvSpPr>
        <p:spPr>
          <a:xfrm>
            <a:off x="7790688" y="2487165"/>
            <a:ext cx="2926080" cy="2715768"/>
          </a:xfrm>
        </p:spPr>
        <p:txBody>
          <a:bodyPr>
            <a:normAutofit/>
          </a:bodyPr>
          <a:lstStyle/>
          <a:p>
            <a:r>
              <a:rPr lang="en-US" b="1" dirty="0">
                <a:solidFill>
                  <a:schemeClr val="tx1"/>
                </a:solidFill>
              </a:rPr>
              <a:t>Minimalist Ceramic Coffee Mug</a:t>
            </a:r>
            <a:endParaRPr lang="en-US" dirty="0">
              <a:solidFill>
                <a:schemeClr val="tx1"/>
              </a:solidFill>
            </a:endParaRPr>
          </a:p>
        </p:txBody>
      </p:sp>
      <p:sp>
        <p:nvSpPr>
          <p:cNvPr id="11" name="Date Placeholder 10">
            <a:extLst>
              <a:ext uri="{FF2B5EF4-FFF2-40B4-BE49-F238E27FC236}">
                <a16:creationId xmlns:a16="http://schemas.microsoft.com/office/drawing/2014/main" id="{1A2C6996-0BF3-516B-4483-9705BE114621}"/>
              </a:ext>
            </a:extLst>
          </p:cNvPr>
          <p:cNvSpPr>
            <a:spLocks noGrp="1"/>
          </p:cNvSpPr>
          <p:nvPr>
            <p:ph type="dt" sz="half" idx="39"/>
          </p:nvPr>
        </p:nvSpPr>
        <p:spPr>
          <a:xfrm>
            <a:off x="838200" y="6356350"/>
            <a:ext cx="2743200" cy="365125"/>
          </a:xfrm>
        </p:spPr>
        <p:txBody>
          <a:bodyPr/>
          <a:lstStyle/>
          <a:p>
            <a:r>
              <a:rPr lang="en-US" dirty="0"/>
              <a:t>4/20/2026</a:t>
            </a:r>
          </a:p>
        </p:txBody>
      </p:sp>
      <p:sp>
        <p:nvSpPr>
          <p:cNvPr id="4" name="Slide Number Placeholder 3">
            <a:extLst>
              <a:ext uri="{FF2B5EF4-FFF2-40B4-BE49-F238E27FC236}">
                <a16:creationId xmlns:a16="http://schemas.microsoft.com/office/drawing/2014/main" id="{758CFCC9-561E-2809-F987-4FAF31FF96BF}"/>
              </a:ext>
            </a:extLst>
          </p:cNvPr>
          <p:cNvSpPr>
            <a:spLocks noGrp="1"/>
          </p:cNvSpPr>
          <p:nvPr>
            <p:ph type="sldNum" sz="quarter" idx="11"/>
          </p:nvPr>
        </p:nvSpPr>
        <p:spPr>
          <a:xfrm>
            <a:off x="8610600" y="6356350"/>
            <a:ext cx="2743200" cy="365125"/>
          </a:xfrm>
        </p:spPr>
        <p:txBody>
          <a:bodyPr/>
          <a:lstStyle/>
          <a:p>
            <a:fld id="{19B51A1E-902D-48AF-9020-955120F399B6}" type="slidenum">
              <a:rPr lang="en-ZA" smtClean="0"/>
              <a:pPr/>
              <a:t>11</a:t>
            </a:fld>
            <a:endParaRPr lang="en-ZA" dirty="0"/>
          </a:p>
        </p:txBody>
      </p:sp>
      <p:sp>
        <p:nvSpPr>
          <p:cNvPr id="3" name="Rectangle 1">
            <a:extLst>
              <a:ext uri="{FF2B5EF4-FFF2-40B4-BE49-F238E27FC236}">
                <a16:creationId xmlns:a16="http://schemas.microsoft.com/office/drawing/2014/main" id="{A9BD40E4-9200-759F-CFFB-C24CEC88C562}"/>
              </a:ext>
            </a:extLst>
          </p:cNvPr>
          <p:cNvSpPr>
            <a:spLocks noGrp="1" noChangeArrowheads="1"/>
          </p:cNvSpPr>
          <p:nvPr>
            <p:ph type="body" sz="quarter" idx="34"/>
          </p:nvPr>
        </p:nvSpPr>
        <p:spPr bwMode="auto">
          <a:xfrm>
            <a:off x="1475232" y="3170575"/>
            <a:ext cx="190924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Prompt Alignment: 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Consistency: 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Diversity: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Quality: 3 </a:t>
            </a:r>
          </a:p>
        </p:txBody>
      </p:sp>
      <p:sp>
        <p:nvSpPr>
          <p:cNvPr id="6" name="Rectangle 2">
            <a:extLst>
              <a:ext uri="{FF2B5EF4-FFF2-40B4-BE49-F238E27FC236}">
                <a16:creationId xmlns:a16="http://schemas.microsoft.com/office/drawing/2014/main" id="{3977B863-33A4-DE18-23C2-77383133DABD}"/>
              </a:ext>
            </a:extLst>
          </p:cNvPr>
          <p:cNvSpPr>
            <a:spLocks noGrp="1" noChangeArrowheads="1"/>
          </p:cNvSpPr>
          <p:nvPr>
            <p:ph type="body" sz="quarter" idx="36"/>
          </p:nvPr>
        </p:nvSpPr>
        <p:spPr bwMode="auto">
          <a:xfrm>
            <a:off x="4713288" y="3171250"/>
            <a:ext cx="190924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Prompt Alignment: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Consistency: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Diversity: 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Quality: 4 </a:t>
            </a:r>
          </a:p>
        </p:txBody>
      </p:sp>
      <p:sp>
        <p:nvSpPr>
          <p:cNvPr id="10" name="Rectangle 4">
            <a:extLst>
              <a:ext uri="{FF2B5EF4-FFF2-40B4-BE49-F238E27FC236}">
                <a16:creationId xmlns:a16="http://schemas.microsoft.com/office/drawing/2014/main" id="{EC906B5D-7484-3B39-B967-DD9A486B8A61}"/>
              </a:ext>
            </a:extLst>
          </p:cNvPr>
          <p:cNvSpPr>
            <a:spLocks noGrp="1" noChangeArrowheads="1"/>
          </p:cNvSpPr>
          <p:nvPr>
            <p:ph type="body" sz="quarter" idx="38"/>
          </p:nvPr>
        </p:nvSpPr>
        <p:spPr bwMode="auto">
          <a:xfrm>
            <a:off x="7896420" y="3170574"/>
            <a:ext cx="190924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Prompt Alignment: 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Consistency: 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Diversity: 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Quality: 5 </a:t>
            </a:r>
          </a:p>
        </p:txBody>
      </p:sp>
      <p:sp>
        <p:nvSpPr>
          <p:cNvPr id="12" name="TextBox 11">
            <a:extLst>
              <a:ext uri="{FF2B5EF4-FFF2-40B4-BE49-F238E27FC236}">
                <a16:creationId xmlns:a16="http://schemas.microsoft.com/office/drawing/2014/main" id="{5C9EAA05-63E6-8526-75DD-6DA2C15CE5F0}"/>
              </a:ext>
            </a:extLst>
          </p:cNvPr>
          <p:cNvSpPr txBox="1"/>
          <p:nvPr/>
        </p:nvSpPr>
        <p:spPr>
          <a:xfrm>
            <a:off x="3003190" y="5404743"/>
            <a:ext cx="6250538" cy="923330"/>
          </a:xfrm>
          <a:prstGeom prst="rect">
            <a:avLst/>
          </a:prstGeom>
          <a:noFill/>
        </p:spPr>
        <p:txBody>
          <a:bodyPr wrap="square" rtlCol="0">
            <a:spAutoFit/>
          </a:bodyPr>
          <a:lstStyle/>
          <a:p>
            <a:r>
              <a:rPr lang="en-US" dirty="0">
                <a:solidFill>
                  <a:schemeClr val="bg2"/>
                </a:solidFill>
              </a:rPr>
              <a:t>The structured and controlled prompts generally improved alignment and quality, while naive prompts were less consistent across products.</a:t>
            </a:r>
          </a:p>
        </p:txBody>
      </p:sp>
    </p:spTree>
    <p:extLst>
      <p:ext uri="{BB962C8B-B14F-4D97-AF65-F5344CB8AC3E}">
        <p14:creationId xmlns:p14="http://schemas.microsoft.com/office/powerpoint/2010/main" val="959444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C4A22-6C7A-BF00-0221-DBC34F074F96}"/>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CD60631E-4D72-C24E-4565-DE9CC99D6AEF}"/>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9CC796C9-0142-74B7-1C02-C4A56A362F26}"/>
              </a:ext>
            </a:extLst>
          </p:cNvPr>
          <p:cNvSpPr>
            <a:spLocks noGrp="1"/>
          </p:cNvSpPr>
          <p:nvPr>
            <p:ph type="title"/>
          </p:nvPr>
        </p:nvSpPr>
        <p:spPr>
          <a:xfrm>
            <a:off x="3168914" y="365125"/>
            <a:ext cx="5797899" cy="1325563"/>
          </a:xfrm>
        </p:spPr>
        <p:txBody>
          <a:bodyPr/>
          <a:lstStyle/>
          <a:p>
            <a:r>
              <a:rPr lang="en-US" dirty="0"/>
              <a:t>Findings and Insights</a:t>
            </a:r>
          </a:p>
        </p:txBody>
      </p:sp>
      <p:sp>
        <p:nvSpPr>
          <p:cNvPr id="5" name="Text Placeholder 4">
            <a:extLst>
              <a:ext uri="{FF2B5EF4-FFF2-40B4-BE49-F238E27FC236}">
                <a16:creationId xmlns:a16="http://schemas.microsoft.com/office/drawing/2014/main" id="{9B52623B-7AE1-DECD-BB93-C1CCB26A89EB}"/>
              </a:ext>
            </a:extLst>
          </p:cNvPr>
          <p:cNvSpPr>
            <a:spLocks noGrp="1"/>
          </p:cNvSpPr>
          <p:nvPr>
            <p:ph type="body" sz="quarter" idx="25"/>
          </p:nvPr>
        </p:nvSpPr>
        <p:spPr>
          <a:xfrm>
            <a:off x="1953064" y="1690688"/>
            <a:ext cx="8229600" cy="3886200"/>
          </a:xfrm>
        </p:spPr>
        <p:txBody>
          <a:bodyPr/>
          <a:lstStyle/>
          <a:p>
            <a:r>
              <a:rPr lang="en-US" dirty="0">
                <a:solidFill>
                  <a:schemeClr val="bg1"/>
                </a:solidFill>
              </a:rPr>
              <a:t>.</a:t>
            </a:r>
          </a:p>
        </p:txBody>
      </p:sp>
      <p:sp>
        <p:nvSpPr>
          <p:cNvPr id="10" name="Content Placeholder 9">
            <a:extLst>
              <a:ext uri="{FF2B5EF4-FFF2-40B4-BE49-F238E27FC236}">
                <a16:creationId xmlns:a16="http://schemas.microsoft.com/office/drawing/2014/main" id="{B5FD1658-B057-A72E-812A-5A282B921AB5}"/>
              </a:ext>
            </a:extLst>
          </p:cNvPr>
          <p:cNvSpPr>
            <a:spLocks noGrp="1"/>
          </p:cNvSpPr>
          <p:nvPr>
            <p:ph sz="half" idx="2"/>
          </p:nvPr>
        </p:nvSpPr>
        <p:spPr>
          <a:xfrm>
            <a:off x="2548425" y="2150347"/>
            <a:ext cx="6454897" cy="3267791"/>
          </a:xfrm>
        </p:spPr>
        <p:txBody>
          <a:bodyPr/>
          <a:lstStyle/>
          <a:p>
            <a:r>
              <a:rPr lang="en-US" dirty="0"/>
              <a:t>The results showed that structured prompts generally improved product detail and visual control compared to naive prompts. For the running shoes, the naive version showed multiple shoes and less consistency, while the structured and controlled versions produced cleaner product-focused outputs. For the handbag, the structured prompt gave the best full-product result, while the controlled version improved detail but zoomed too far into the clasp. For the coffee mug, the controlled prompt produced the cleanest and most realistic result overall. These results show that prompt engineering improved alignment and presentation quality, although stronger control did not always produce the most useful full-product view.</a:t>
            </a:r>
          </a:p>
        </p:txBody>
      </p:sp>
      <p:sp>
        <p:nvSpPr>
          <p:cNvPr id="22" name="Date Placeholder 21">
            <a:extLst>
              <a:ext uri="{FF2B5EF4-FFF2-40B4-BE49-F238E27FC236}">
                <a16:creationId xmlns:a16="http://schemas.microsoft.com/office/drawing/2014/main" id="{7970D734-307E-8054-391C-AD39C909264E}"/>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C6A90969-703A-7EAA-F9EE-D9068E3F703B}"/>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sp>
        <p:nvSpPr>
          <p:cNvPr id="15" name="Rectangle 14">
            <a:extLst>
              <a:ext uri="{FF2B5EF4-FFF2-40B4-BE49-F238E27FC236}">
                <a16:creationId xmlns:a16="http://schemas.microsoft.com/office/drawing/2014/main" id="{8338DCC1-CBCE-FC4F-DE24-FEC87A4B4931}"/>
              </a:ext>
              <a:ext uri="{C183D7F6-B498-43B3-948B-1728B52AA6E4}">
                <adec:decorative xmlns:adec="http://schemas.microsoft.com/office/drawing/2017/decorative" val="1"/>
              </a:ext>
            </a:extLst>
          </p:cNvPr>
          <p:cNvSpPr/>
          <p:nvPr/>
        </p:nvSpPr>
        <p:spPr>
          <a:xfrm>
            <a:off x="1724464"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36034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460B-363C-1C1E-6FDC-43DF4C9FD0EB}"/>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F64584D3-21E3-CBC4-8A28-1EF31573483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119D87FF-CC77-6170-D394-06DC3AD5DD69}"/>
              </a:ext>
            </a:extLst>
          </p:cNvPr>
          <p:cNvSpPr>
            <a:spLocks noGrp="1"/>
          </p:cNvSpPr>
          <p:nvPr>
            <p:ph type="title"/>
          </p:nvPr>
        </p:nvSpPr>
        <p:spPr>
          <a:xfrm>
            <a:off x="2589125" y="435053"/>
            <a:ext cx="7013750" cy="1325563"/>
          </a:xfrm>
        </p:spPr>
        <p:txBody>
          <a:bodyPr/>
          <a:lstStyle/>
          <a:p>
            <a:r>
              <a:rPr lang="en-US" dirty="0"/>
              <a:t>Limitations / Failure Cases</a:t>
            </a:r>
          </a:p>
        </p:txBody>
      </p:sp>
      <p:sp>
        <p:nvSpPr>
          <p:cNvPr id="5" name="Text Placeholder 4">
            <a:extLst>
              <a:ext uri="{FF2B5EF4-FFF2-40B4-BE49-F238E27FC236}">
                <a16:creationId xmlns:a16="http://schemas.microsoft.com/office/drawing/2014/main" id="{A4FDCDBA-699C-2416-2DD4-78B8FAB293D9}"/>
              </a:ext>
            </a:extLst>
          </p:cNvPr>
          <p:cNvSpPr>
            <a:spLocks noGrp="1"/>
          </p:cNvSpPr>
          <p:nvPr>
            <p:ph type="body" sz="quarter" idx="25"/>
          </p:nvPr>
        </p:nvSpPr>
        <p:spPr>
          <a:xfrm>
            <a:off x="1953064" y="1690688"/>
            <a:ext cx="8229600" cy="3886200"/>
          </a:xfrm>
        </p:spPr>
        <p:txBody>
          <a:bodyPr/>
          <a:lstStyle/>
          <a:p>
            <a:r>
              <a:rPr lang="en-US" dirty="0">
                <a:solidFill>
                  <a:schemeClr val="bg1"/>
                </a:solidFill>
              </a:rPr>
              <a:t>.</a:t>
            </a:r>
          </a:p>
        </p:txBody>
      </p:sp>
      <p:sp>
        <p:nvSpPr>
          <p:cNvPr id="10" name="Content Placeholder 9">
            <a:extLst>
              <a:ext uri="{FF2B5EF4-FFF2-40B4-BE49-F238E27FC236}">
                <a16:creationId xmlns:a16="http://schemas.microsoft.com/office/drawing/2014/main" id="{6222317F-9E53-5AF8-00EE-8B52CC5C182F}"/>
              </a:ext>
            </a:extLst>
          </p:cNvPr>
          <p:cNvSpPr>
            <a:spLocks noGrp="1"/>
          </p:cNvSpPr>
          <p:nvPr>
            <p:ph sz="half" idx="2"/>
          </p:nvPr>
        </p:nvSpPr>
        <p:spPr>
          <a:xfrm>
            <a:off x="2548425" y="2150347"/>
            <a:ext cx="6454897" cy="3267791"/>
          </a:xfrm>
        </p:spPr>
        <p:txBody>
          <a:bodyPr/>
          <a:lstStyle/>
          <a:p>
            <a:r>
              <a:rPr lang="en-US" dirty="0"/>
              <a:t>Some failure cases included inconsistent object composition, zoomed-in framing, and variation in how fully the product was shown. In the running shoes results, some versions showed multiple shoes instead of one centered product image. In the handbag results, the controlled version focused too closely on the clasp, which reduced usefulness for e-commerce display. In the mug results, quality and alignment were strong, but the outputs were less diverse. These examples show that prompt control improves quality, but diffusion models can still produce framing and composition issues.</a:t>
            </a:r>
          </a:p>
        </p:txBody>
      </p:sp>
      <p:sp>
        <p:nvSpPr>
          <p:cNvPr id="22" name="Date Placeholder 21">
            <a:extLst>
              <a:ext uri="{FF2B5EF4-FFF2-40B4-BE49-F238E27FC236}">
                <a16:creationId xmlns:a16="http://schemas.microsoft.com/office/drawing/2014/main" id="{647A9AA6-4969-4958-ABB8-C212958200A3}"/>
              </a:ext>
            </a:extLst>
          </p:cNvPr>
          <p:cNvSpPr>
            <a:spLocks noGrp="1"/>
          </p:cNvSpPr>
          <p:nvPr>
            <p:ph type="dt" sz="half" idx="10"/>
          </p:nvPr>
        </p:nvSpPr>
        <p:spPr>
          <a:xfrm>
            <a:off x="838200" y="6356350"/>
            <a:ext cx="2743200" cy="365125"/>
          </a:xfrm>
        </p:spPr>
        <p:txBody>
          <a:bodyPr/>
          <a:lstStyle/>
          <a:p>
            <a:r>
              <a:rPr lang="en-US" dirty="0"/>
              <a:t>4/20/2026</a:t>
            </a:r>
          </a:p>
        </p:txBody>
      </p:sp>
      <p:sp>
        <p:nvSpPr>
          <p:cNvPr id="23" name="Footer Placeholder 22">
            <a:extLst>
              <a:ext uri="{FF2B5EF4-FFF2-40B4-BE49-F238E27FC236}">
                <a16:creationId xmlns:a16="http://schemas.microsoft.com/office/drawing/2014/main" id="{7E8D3606-1F4A-87F3-6993-1C46B1B8222F}"/>
              </a:ext>
            </a:extLst>
          </p:cNvPr>
          <p:cNvSpPr>
            <a:spLocks noGrp="1"/>
          </p:cNvSpPr>
          <p:nvPr>
            <p:ph type="ftr" sz="quarter" idx="11"/>
          </p:nvPr>
        </p:nvSpPr>
        <p:spPr>
          <a:xfrm>
            <a:off x="4038600" y="6356350"/>
            <a:ext cx="4114800" cy="365125"/>
          </a:xfrm>
        </p:spPr>
        <p:txBody>
          <a:bodyPr/>
          <a:lstStyle/>
          <a:p>
            <a:r>
              <a:rPr lang="en-US" dirty="0"/>
              <a:t>Pitch deck title</a:t>
            </a:r>
          </a:p>
        </p:txBody>
      </p:sp>
      <p:sp>
        <p:nvSpPr>
          <p:cNvPr id="24" name="Slide Number Placeholder 23">
            <a:extLst>
              <a:ext uri="{FF2B5EF4-FFF2-40B4-BE49-F238E27FC236}">
                <a16:creationId xmlns:a16="http://schemas.microsoft.com/office/drawing/2014/main" id="{901223B1-8269-4C82-19A4-69F32D7881A8}"/>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13</a:t>
            </a:fld>
            <a:endParaRPr lang="en-US" dirty="0"/>
          </a:p>
        </p:txBody>
      </p:sp>
      <p:sp>
        <p:nvSpPr>
          <p:cNvPr id="15" name="Rectangle 14">
            <a:extLst>
              <a:ext uri="{FF2B5EF4-FFF2-40B4-BE49-F238E27FC236}">
                <a16:creationId xmlns:a16="http://schemas.microsoft.com/office/drawing/2014/main" id="{D1FD852E-8083-D465-3034-A24AC2AB03B2}"/>
              </a:ext>
              <a:ext uri="{C183D7F6-B498-43B3-948B-1728B52AA6E4}">
                <adec:decorative xmlns:adec="http://schemas.microsoft.com/office/drawing/2017/decorative" val="1"/>
              </a:ext>
            </a:extLst>
          </p:cNvPr>
          <p:cNvSpPr/>
          <p:nvPr/>
        </p:nvSpPr>
        <p:spPr>
          <a:xfrm>
            <a:off x="1724464"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57939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C6366-D3AA-5456-CD8E-53B910AFDB2C}"/>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AE840577-2335-08DE-84F2-4921E4D3DF79}"/>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C9E272C3-D73E-CB09-8674-F26F23C1B879}"/>
              </a:ext>
            </a:extLst>
          </p:cNvPr>
          <p:cNvSpPr>
            <a:spLocks noGrp="1"/>
          </p:cNvSpPr>
          <p:nvPr>
            <p:ph type="title"/>
          </p:nvPr>
        </p:nvSpPr>
        <p:spPr>
          <a:xfrm>
            <a:off x="1527350" y="435053"/>
            <a:ext cx="8940186" cy="1325563"/>
          </a:xfrm>
        </p:spPr>
        <p:txBody>
          <a:bodyPr/>
          <a:lstStyle/>
          <a:p>
            <a:r>
              <a:rPr lang="en-US" dirty="0"/>
              <a:t>GitHub, Video, and AI Disclosure</a:t>
            </a:r>
          </a:p>
        </p:txBody>
      </p:sp>
      <p:sp>
        <p:nvSpPr>
          <p:cNvPr id="5" name="Text Placeholder 4">
            <a:extLst>
              <a:ext uri="{FF2B5EF4-FFF2-40B4-BE49-F238E27FC236}">
                <a16:creationId xmlns:a16="http://schemas.microsoft.com/office/drawing/2014/main" id="{6D425E4E-C15D-86CA-7CA6-F8CC57C81216}"/>
              </a:ext>
            </a:extLst>
          </p:cNvPr>
          <p:cNvSpPr>
            <a:spLocks noGrp="1"/>
          </p:cNvSpPr>
          <p:nvPr>
            <p:ph type="body" sz="quarter" idx="25"/>
          </p:nvPr>
        </p:nvSpPr>
        <p:spPr>
          <a:xfrm>
            <a:off x="1953064" y="1690688"/>
            <a:ext cx="8229600" cy="3886200"/>
          </a:xfrm>
        </p:spPr>
        <p:txBody>
          <a:bodyPr/>
          <a:lstStyle/>
          <a:p>
            <a:r>
              <a:rPr lang="en-US" dirty="0">
                <a:solidFill>
                  <a:schemeClr val="bg1"/>
                </a:solidFill>
              </a:rPr>
              <a:t>.</a:t>
            </a:r>
          </a:p>
        </p:txBody>
      </p:sp>
      <p:sp>
        <p:nvSpPr>
          <p:cNvPr id="22" name="Date Placeholder 21">
            <a:extLst>
              <a:ext uri="{FF2B5EF4-FFF2-40B4-BE49-F238E27FC236}">
                <a16:creationId xmlns:a16="http://schemas.microsoft.com/office/drawing/2014/main" id="{8BCA45F4-F98C-FD45-A53E-2FDE36CADDFA}"/>
              </a:ext>
            </a:extLst>
          </p:cNvPr>
          <p:cNvSpPr>
            <a:spLocks noGrp="1"/>
          </p:cNvSpPr>
          <p:nvPr>
            <p:ph type="dt" sz="half" idx="10"/>
          </p:nvPr>
        </p:nvSpPr>
        <p:spPr>
          <a:xfrm>
            <a:off x="838200" y="6356350"/>
            <a:ext cx="2743200" cy="365125"/>
          </a:xfrm>
        </p:spPr>
        <p:txBody>
          <a:bodyPr/>
          <a:lstStyle/>
          <a:p>
            <a:r>
              <a:rPr lang="en-US" dirty="0"/>
              <a:t>4/20/2026</a:t>
            </a:r>
          </a:p>
        </p:txBody>
      </p:sp>
      <p:sp>
        <p:nvSpPr>
          <p:cNvPr id="24" name="Slide Number Placeholder 23">
            <a:extLst>
              <a:ext uri="{FF2B5EF4-FFF2-40B4-BE49-F238E27FC236}">
                <a16:creationId xmlns:a16="http://schemas.microsoft.com/office/drawing/2014/main" id="{F98817DC-7F7F-94F9-2142-78C873D2CEF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14</a:t>
            </a:fld>
            <a:endParaRPr lang="en-US" dirty="0"/>
          </a:p>
        </p:txBody>
      </p:sp>
      <p:sp>
        <p:nvSpPr>
          <p:cNvPr id="15" name="Rectangle 14">
            <a:extLst>
              <a:ext uri="{FF2B5EF4-FFF2-40B4-BE49-F238E27FC236}">
                <a16:creationId xmlns:a16="http://schemas.microsoft.com/office/drawing/2014/main" id="{B9B69D8D-84B5-6C03-0CB5-745B1E5E990A}"/>
              </a:ext>
              <a:ext uri="{C183D7F6-B498-43B3-948B-1728B52AA6E4}">
                <adec:decorative xmlns:adec="http://schemas.microsoft.com/office/drawing/2017/decorative" val="1"/>
              </a:ext>
            </a:extLst>
          </p:cNvPr>
          <p:cNvSpPr/>
          <p:nvPr/>
        </p:nvSpPr>
        <p:spPr>
          <a:xfrm>
            <a:off x="1724464"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69365D5-AD0D-4852-F686-F284FB985ECC}"/>
              </a:ext>
            </a:extLst>
          </p:cNvPr>
          <p:cNvSpPr txBox="1"/>
          <p:nvPr/>
        </p:nvSpPr>
        <p:spPr>
          <a:xfrm>
            <a:off x="1982241" y="1958578"/>
            <a:ext cx="8030403" cy="3416320"/>
          </a:xfrm>
          <a:prstGeom prst="rect">
            <a:avLst/>
          </a:prstGeom>
          <a:noFill/>
        </p:spPr>
        <p:txBody>
          <a:bodyPr wrap="square" rtlCol="0">
            <a:spAutoFit/>
          </a:bodyPr>
          <a:lstStyle/>
          <a:p>
            <a:r>
              <a:rPr lang="en-US" b="1" dirty="0"/>
              <a:t>GitHub URL:</a:t>
            </a:r>
            <a:br>
              <a:rPr lang="en-US" dirty="0"/>
            </a:br>
            <a:r>
              <a:rPr lang="en-US" dirty="0"/>
              <a:t>https://github.com/Ibrahim17A/Quiz-Challenge-1 </a:t>
            </a:r>
          </a:p>
          <a:p>
            <a:r>
              <a:rPr lang="en-US" b="1" dirty="0"/>
              <a:t>Demo Video URL:</a:t>
            </a:r>
            <a:br>
              <a:rPr lang="en-US" dirty="0"/>
            </a:br>
            <a:r>
              <a:rPr lang="en-US" dirty="0">
                <a:hlinkClick r:id="rId4"/>
              </a:rPr>
              <a:t>https://youtu.be/ELXB5Kzanhc</a:t>
            </a:r>
            <a:endParaRPr lang="en-US" dirty="0"/>
          </a:p>
          <a:p>
            <a:r>
              <a:rPr lang="en-US" b="1" dirty="0"/>
              <a:t>AI Tools Used:</a:t>
            </a:r>
            <a:endParaRPr lang="en-US" dirty="0"/>
          </a:p>
          <a:p>
            <a:r>
              <a:rPr lang="en-US" dirty="0"/>
              <a:t>ChatGPT for project planning, code structure, and prompt design</a:t>
            </a:r>
          </a:p>
          <a:p>
            <a:r>
              <a:rPr lang="en-US" dirty="0"/>
              <a:t>Google </a:t>
            </a:r>
            <a:r>
              <a:rPr lang="en-US" dirty="0" err="1"/>
              <a:t>Colab</a:t>
            </a:r>
            <a:r>
              <a:rPr lang="en-US" dirty="0"/>
              <a:t> for running the notebook </a:t>
            </a:r>
          </a:p>
          <a:p>
            <a:r>
              <a:rPr lang="en-US" dirty="0"/>
              <a:t>Hugging Face Diffusers and Stable Diffusion v1.5 for image generation </a:t>
            </a:r>
          </a:p>
          <a:p>
            <a:r>
              <a:rPr lang="en-US" b="1" dirty="0"/>
              <a:t>Transparency Statement:</a:t>
            </a:r>
            <a:br>
              <a:rPr lang="en-US" dirty="0"/>
            </a:br>
            <a:r>
              <a:rPr lang="en-US" dirty="0"/>
              <a:t>All final outputs, comparisons, and analysis were reviewed and organized by the student.</a:t>
            </a:r>
          </a:p>
          <a:p>
            <a:endParaRPr lang="en-US" dirty="0"/>
          </a:p>
        </p:txBody>
      </p:sp>
    </p:spTree>
    <p:extLst>
      <p:ext uri="{BB962C8B-B14F-4D97-AF65-F5344CB8AC3E}">
        <p14:creationId xmlns:p14="http://schemas.microsoft.com/office/powerpoint/2010/main" val="1286151037"/>
      </p:ext>
    </p:extLst>
  </p:cSld>
  <p:clrMapOvr>
    <a:masterClrMapping/>
  </p:clrMapOvr>
</p:sld>
</file>

<file path=ppt/theme/theme1.xml><?xml version="1.0" encoding="utf-8"?>
<a:theme xmlns:a="http://schemas.openxmlformats.org/drawingml/2006/main" name="Office Theme">
  <a:themeElements>
    <a:clrScheme name="Custom 83">
      <a:dk1>
        <a:sysClr val="windowText" lastClr="000000"/>
      </a:dk1>
      <a:lt1>
        <a:sysClr val="window" lastClr="FFFFFF"/>
      </a:lt1>
      <a:dk2>
        <a:srgbClr val="44546A"/>
      </a:dk2>
      <a:lt2>
        <a:srgbClr val="E7E6E6"/>
      </a:lt2>
      <a:accent1>
        <a:srgbClr val="024873"/>
      </a:accent1>
      <a:accent2>
        <a:srgbClr val="03658C"/>
      </a:accent2>
      <a:accent3>
        <a:srgbClr val="0388A6"/>
      </a:accent3>
      <a:accent4>
        <a:srgbClr val="04ADBF"/>
      </a:accent4>
      <a:accent5>
        <a:srgbClr val="5B9BD5"/>
      </a:accent5>
      <a:accent6>
        <a:srgbClr val="04D9D9"/>
      </a:accent6>
      <a:hlink>
        <a:srgbClr val="0563C1"/>
      </a:hlink>
      <a:folHlink>
        <a:srgbClr val="954F72"/>
      </a:folHlink>
    </a:clrScheme>
    <a:fontScheme name="Custom 118">
      <a:majorFont>
        <a:latin typeface="Selawik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 pitch deck_Win32_JB_v2.potx" id="{20737546-06B0-4BD7-AC56-F403EF86C0E3}" vid="{1EA85B44-1A53-4BBB-B1B2-A9A21AB62E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4AF623-4A95-4652-AF18-74D461A966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AD7039-4680-4956-9542-B83D9E6314E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0FC5A798-286F-493A-A004-3C6C2A6B8B9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{97327537-02BD-4D87-B6DF-1623B1550827}TF76bfe6bd-a272-44a9-ad3e-da6a599998506a279e03_win32-cff128656382</Template>
  <TotalTime>238</TotalTime>
  <Words>753</Words>
  <Application>Microsoft Office PowerPoint</Application>
  <PresentationFormat>Widescreen</PresentationFormat>
  <Paragraphs>124</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Selawik Semibold</vt:lpstr>
      <vt:lpstr>Source Sans Pro</vt:lpstr>
      <vt:lpstr>Source Sans Pro ExtraLight</vt:lpstr>
      <vt:lpstr>Office Theme</vt:lpstr>
      <vt:lpstr>Controlled E-Commerce Product Image Generation Using Stable Diffusion</vt:lpstr>
      <vt:lpstr>Scenario Description</vt:lpstr>
      <vt:lpstr>Dataset / Input Data</vt:lpstr>
      <vt:lpstr>Methodology</vt:lpstr>
      <vt:lpstr>Stable Diffusion Pipeline</vt:lpstr>
      <vt:lpstr>Prompt Design</vt:lpstr>
      <vt:lpstr>Control Strategy</vt:lpstr>
      <vt:lpstr>Results</vt:lpstr>
      <vt:lpstr>Results</vt:lpstr>
      <vt:lpstr>Results</vt:lpstr>
      <vt:lpstr>Evaluation</vt:lpstr>
      <vt:lpstr>Findings and Insights</vt:lpstr>
      <vt:lpstr>Limitations / Failure Cases</vt:lpstr>
      <vt:lpstr>GitHub, Video, and AI Disclosure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ibrahim alborno</dc:creator>
  <cp:lastModifiedBy>ibrahim alborno</cp:lastModifiedBy>
  <cp:revision>2</cp:revision>
  <dcterms:created xsi:type="dcterms:W3CDTF">2026-04-20T21:57:09Z</dcterms:created>
  <dcterms:modified xsi:type="dcterms:W3CDTF">2026-04-21T03:17:58Z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